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71" r:id="rId8"/>
    <p:sldId id="272" r:id="rId9"/>
    <p:sldId id="263" r:id="rId10"/>
    <p:sldId id="264" r:id="rId11"/>
    <p:sldId id="265" r:id="rId12"/>
    <p:sldId id="270" r:id="rId13"/>
    <p:sldId id="268" r:id="rId14"/>
    <p:sldId id="266" r:id="rId15"/>
    <p:sldId id="269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673BAA-2371-46CB-9535-4099829385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CB2CA1-9D4D-415E-8877-4B19AFB1CD33}">
      <dgm:prSet/>
      <dgm:spPr/>
      <dgm:t>
        <a:bodyPr/>
        <a:lstStyle/>
        <a:p>
          <a:r>
            <a:rPr lang="it-IT"/>
            <a:t>Gestione efficiente delle risorse agricole</a:t>
          </a:r>
          <a:endParaRPr lang="en-US"/>
        </a:p>
      </dgm:t>
    </dgm:pt>
    <dgm:pt modelId="{8BB885D8-C4DF-465A-8868-0265F9CF4C64}" type="parTrans" cxnId="{95F83BDA-740C-41C0-92EC-FFB3F12FEEF5}">
      <dgm:prSet/>
      <dgm:spPr/>
      <dgm:t>
        <a:bodyPr/>
        <a:lstStyle/>
        <a:p>
          <a:endParaRPr lang="en-US"/>
        </a:p>
      </dgm:t>
    </dgm:pt>
    <dgm:pt modelId="{3DF901F6-4335-4A44-8661-92B72DA78EA4}" type="sibTrans" cxnId="{95F83BDA-740C-41C0-92EC-FFB3F12FEEF5}">
      <dgm:prSet/>
      <dgm:spPr/>
      <dgm:t>
        <a:bodyPr/>
        <a:lstStyle/>
        <a:p>
          <a:endParaRPr lang="en-US"/>
        </a:p>
      </dgm:t>
    </dgm:pt>
    <dgm:pt modelId="{28660E7A-8892-4562-92DD-522FC561B3C1}">
      <dgm:prSet/>
      <dgm:spPr/>
      <dgm:t>
        <a:bodyPr/>
        <a:lstStyle/>
        <a:p>
          <a:r>
            <a:rPr lang="it-IT"/>
            <a:t>Riduzione degli sprechi di acqua ed energia</a:t>
          </a:r>
          <a:endParaRPr lang="en-US"/>
        </a:p>
      </dgm:t>
    </dgm:pt>
    <dgm:pt modelId="{FE2C215F-F315-4FBC-8062-0CA475213421}" type="parTrans" cxnId="{C6A85D52-70A0-4259-BE8E-A576068C2170}">
      <dgm:prSet/>
      <dgm:spPr/>
      <dgm:t>
        <a:bodyPr/>
        <a:lstStyle/>
        <a:p>
          <a:endParaRPr lang="en-US"/>
        </a:p>
      </dgm:t>
    </dgm:pt>
    <dgm:pt modelId="{FB5E8378-FDB7-4D28-8DC8-AB3774592A56}" type="sibTrans" cxnId="{C6A85D52-70A0-4259-BE8E-A576068C2170}">
      <dgm:prSet/>
      <dgm:spPr/>
      <dgm:t>
        <a:bodyPr/>
        <a:lstStyle/>
        <a:p>
          <a:endParaRPr lang="en-US"/>
        </a:p>
      </dgm:t>
    </dgm:pt>
    <dgm:pt modelId="{A4E4F3B5-074A-4CBF-976C-E6BAE067143A}">
      <dgm:prSet/>
      <dgm:spPr/>
      <dgm:t>
        <a:bodyPr/>
        <a:lstStyle/>
        <a:p>
          <a:r>
            <a:rPr lang="it-IT"/>
            <a:t>Dati eterogenei spesso sottoutilizzati</a:t>
          </a:r>
          <a:endParaRPr lang="en-US"/>
        </a:p>
      </dgm:t>
    </dgm:pt>
    <dgm:pt modelId="{5EE62752-9F07-407F-BD89-D0D11B1A782F}" type="parTrans" cxnId="{50FB68C8-6745-4143-ACB6-7308A302000A}">
      <dgm:prSet/>
      <dgm:spPr/>
      <dgm:t>
        <a:bodyPr/>
        <a:lstStyle/>
        <a:p>
          <a:endParaRPr lang="en-US"/>
        </a:p>
      </dgm:t>
    </dgm:pt>
    <dgm:pt modelId="{0A8AEF2C-C4BF-42A6-B126-46B555CD697D}" type="sibTrans" cxnId="{50FB68C8-6745-4143-ACB6-7308A302000A}">
      <dgm:prSet/>
      <dgm:spPr/>
      <dgm:t>
        <a:bodyPr/>
        <a:lstStyle/>
        <a:p>
          <a:endParaRPr lang="en-US"/>
        </a:p>
      </dgm:t>
    </dgm:pt>
    <dgm:pt modelId="{C3556E31-937F-416D-B819-5DB5CA218DCF}">
      <dgm:prSet/>
      <dgm:spPr/>
      <dgm:t>
        <a:bodyPr/>
        <a:lstStyle/>
        <a:p>
          <a:r>
            <a:rPr lang="it-IT"/>
            <a:t>Necessità di sistemi di supporto alle decisioni</a:t>
          </a:r>
          <a:endParaRPr lang="en-US"/>
        </a:p>
      </dgm:t>
    </dgm:pt>
    <dgm:pt modelId="{D56B824C-0B4A-4566-9944-A2417848F2BF}" type="parTrans" cxnId="{5A84C162-D27E-4114-B71C-C052344628EA}">
      <dgm:prSet/>
      <dgm:spPr/>
      <dgm:t>
        <a:bodyPr/>
        <a:lstStyle/>
        <a:p>
          <a:endParaRPr lang="en-US"/>
        </a:p>
      </dgm:t>
    </dgm:pt>
    <dgm:pt modelId="{48D1EB01-945D-4D80-B79B-0291300FC4D3}" type="sibTrans" cxnId="{5A84C162-D27E-4114-B71C-C052344628EA}">
      <dgm:prSet/>
      <dgm:spPr/>
      <dgm:t>
        <a:bodyPr/>
        <a:lstStyle/>
        <a:p>
          <a:endParaRPr lang="en-US"/>
        </a:p>
      </dgm:t>
    </dgm:pt>
    <dgm:pt modelId="{7480F4D7-63FF-43E8-908D-4C935B9E43B8}" type="pres">
      <dgm:prSet presAssocID="{74673BAA-2371-46CB-9535-409982938570}" presName="root" presStyleCnt="0">
        <dgm:presLayoutVars>
          <dgm:dir/>
          <dgm:resizeHandles val="exact"/>
        </dgm:presLayoutVars>
      </dgm:prSet>
      <dgm:spPr/>
    </dgm:pt>
    <dgm:pt modelId="{52A8ADD5-8BA1-477B-918D-403402337009}" type="pres">
      <dgm:prSet presAssocID="{4BCB2CA1-9D4D-415E-8877-4B19AFB1CD33}" presName="compNode" presStyleCnt="0"/>
      <dgm:spPr/>
    </dgm:pt>
    <dgm:pt modelId="{29F1A3B9-BAC7-4B6D-846D-2F8D2FD55E05}" type="pres">
      <dgm:prSet presAssocID="{4BCB2CA1-9D4D-415E-8877-4B19AFB1CD33}" presName="bgRect" presStyleLbl="bgShp" presStyleIdx="0" presStyleCnt="4"/>
      <dgm:spPr/>
    </dgm:pt>
    <dgm:pt modelId="{91A33141-C198-4C02-B047-C2C576C7000B}" type="pres">
      <dgm:prSet presAssocID="{4BCB2CA1-9D4D-415E-8877-4B19AFB1CD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12B5742-FDD1-4B5B-93E3-14F14DB4B19B}" type="pres">
      <dgm:prSet presAssocID="{4BCB2CA1-9D4D-415E-8877-4B19AFB1CD33}" presName="spaceRect" presStyleCnt="0"/>
      <dgm:spPr/>
    </dgm:pt>
    <dgm:pt modelId="{E70B0068-977C-4E6D-AE28-D4FAA9510B3A}" type="pres">
      <dgm:prSet presAssocID="{4BCB2CA1-9D4D-415E-8877-4B19AFB1CD33}" presName="parTx" presStyleLbl="revTx" presStyleIdx="0" presStyleCnt="4">
        <dgm:presLayoutVars>
          <dgm:chMax val="0"/>
          <dgm:chPref val="0"/>
        </dgm:presLayoutVars>
      </dgm:prSet>
      <dgm:spPr/>
    </dgm:pt>
    <dgm:pt modelId="{6ED97471-6811-40EA-AD74-DA20FD3FA4B6}" type="pres">
      <dgm:prSet presAssocID="{3DF901F6-4335-4A44-8661-92B72DA78EA4}" presName="sibTrans" presStyleCnt="0"/>
      <dgm:spPr/>
    </dgm:pt>
    <dgm:pt modelId="{336BA0EA-1962-492A-8AC3-A00FED739B63}" type="pres">
      <dgm:prSet presAssocID="{28660E7A-8892-4562-92DD-522FC561B3C1}" presName="compNode" presStyleCnt="0"/>
      <dgm:spPr/>
    </dgm:pt>
    <dgm:pt modelId="{7EFF8B89-4803-4511-9E55-A6748F11785B}" type="pres">
      <dgm:prSet presAssocID="{28660E7A-8892-4562-92DD-522FC561B3C1}" presName="bgRect" presStyleLbl="bgShp" presStyleIdx="1" presStyleCnt="4"/>
      <dgm:spPr/>
    </dgm:pt>
    <dgm:pt modelId="{E4EB2D78-A98D-40F4-BB4B-8F7983309E6B}" type="pres">
      <dgm:prSet presAssocID="{28660E7A-8892-4562-92DD-522FC561B3C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qua"/>
        </a:ext>
      </dgm:extLst>
    </dgm:pt>
    <dgm:pt modelId="{F2CD9BC5-F771-42C3-B57B-F9C2C214B608}" type="pres">
      <dgm:prSet presAssocID="{28660E7A-8892-4562-92DD-522FC561B3C1}" presName="spaceRect" presStyleCnt="0"/>
      <dgm:spPr/>
    </dgm:pt>
    <dgm:pt modelId="{7F633F33-7755-47C6-B539-8A3DACB3F2F3}" type="pres">
      <dgm:prSet presAssocID="{28660E7A-8892-4562-92DD-522FC561B3C1}" presName="parTx" presStyleLbl="revTx" presStyleIdx="1" presStyleCnt="4">
        <dgm:presLayoutVars>
          <dgm:chMax val="0"/>
          <dgm:chPref val="0"/>
        </dgm:presLayoutVars>
      </dgm:prSet>
      <dgm:spPr/>
    </dgm:pt>
    <dgm:pt modelId="{7D6CDC11-5C00-4A39-8404-6DB3CA0F351A}" type="pres">
      <dgm:prSet presAssocID="{FB5E8378-FDB7-4D28-8DC8-AB3774592A56}" presName="sibTrans" presStyleCnt="0"/>
      <dgm:spPr/>
    </dgm:pt>
    <dgm:pt modelId="{2EF95570-4D3D-44E4-9B6C-676950EC1F6C}" type="pres">
      <dgm:prSet presAssocID="{A4E4F3B5-074A-4CBF-976C-E6BAE067143A}" presName="compNode" presStyleCnt="0"/>
      <dgm:spPr/>
    </dgm:pt>
    <dgm:pt modelId="{15C8E136-8718-4E4A-B348-ECA54CFF20D0}" type="pres">
      <dgm:prSet presAssocID="{A4E4F3B5-074A-4CBF-976C-E6BAE067143A}" presName="bgRect" presStyleLbl="bgShp" presStyleIdx="2" presStyleCnt="4"/>
      <dgm:spPr/>
    </dgm:pt>
    <dgm:pt modelId="{E05EDB4C-457B-4EB1-B96E-4A127429E3D6}" type="pres">
      <dgm:prSet presAssocID="{A4E4F3B5-074A-4CBF-976C-E6BAE06714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B4DE22-C74F-490C-B17C-E9D9D13C9304}" type="pres">
      <dgm:prSet presAssocID="{A4E4F3B5-074A-4CBF-976C-E6BAE067143A}" presName="spaceRect" presStyleCnt="0"/>
      <dgm:spPr/>
    </dgm:pt>
    <dgm:pt modelId="{0210A567-7192-49CC-8616-7B3FF9FEF98B}" type="pres">
      <dgm:prSet presAssocID="{A4E4F3B5-074A-4CBF-976C-E6BAE067143A}" presName="parTx" presStyleLbl="revTx" presStyleIdx="2" presStyleCnt="4">
        <dgm:presLayoutVars>
          <dgm:chMax val="0"/>
          <dgm:chPref val="0"/>
        </dgm:presLayoutVars>
      </dgm:prSet>
      <dgm:spPr/>
    </dgm:pt>
    <dgm:pt modelId="{BF20EF52-B114-4543-AECF-9B054CF274A8}" type="pres">
      <dgm:prSet presAssocID="{0A8AEF2C-C4BF-42A6-B126-46B555CD697D}" presName="sibTrans" presStyleCnt="0"/>
      <dgm:spPr/>
    </dgm:pt>
    <dgm:pt modelId="{7B2A6C9C-806A-40E7-A498-9FB9EE4DF15C}" type="pres">
      <dgm:prSet presAssocID="{C3556E31-937F-416D-B819-5DB5CA218DCF}" presName="compNode" presStyleCnt="0"/>
      <dgm:spPr/>
    </dgm:pt>
    <dgm:pt modelId="{0A8CB071-DCB1-4709-8893-A5430EB8AAE0}" type="pres">
      <dgm:prSet presAssocID="{C3556E31-937F-416D-B819-5DB5CA218DCF}" presName="bgRect" presStyleLbl="bgShp" presStyleIdx="3" presStyleCnt="4"/>
      <dgm:spPr/>
    </dgm:pt>
    <dgm:pt modelId="{4AF717F1-F629-4E88-BB09-7CC42F113C99}" type="pres">
      <dgm:prSet presAssocID="{C3556E31-937F-416D-B819-5DB5CA218D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8D0A85A-85EB-4398-918E-0ACCE89BA1A8}" type="pres">
      <dgm:prSet presAssocID="{C3556E31-937F-416D-B819-5DB5CA218DCF}" presName="spaceRect" presStyleCnt="0"/>
      <dgm:spPr/>
    </dgm:pt>
    <dgm:pt modelId="{B5777D5C-2508-4278-B86D-0ECE86C2319F}" type="pres">
      <dgm:prSet presAssocID="{C3556E31-937F-416D-B819-5DB5CA218DC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034D11B-7563-4615-BF28-35F54052B639}" type="presOf" srcId="{4BCB2CA1-9D4D-415E-8877-4B19AFB1CD33}" destId="{E70B0068-977C-4E6D-AE28-D4FAA9510B3A}" srcOrd="0" destOrd="0" presId="urn:microsoft.com/office/officeart/2018/2/layout/IconVerticalSolidList"/>
    <dgm:cxn modelId="{0EEE6A5C-3CAE-45B8-87DF-5C12DEB94C56}" type="presOf" srcId="{A4E4F3B5-074A-4CBF-976C-E6BAE067143A}" destId="{0210A567-7192-49CC-8616-7B3FF9FEF98B}" srcOrd="0" destOrd="0" presId="urn:microsoft.com/office/officeart/2018/2/layout/IconVerticalSolidList"/>
    <dgm:cxn modelId="{5A84C162-D27E-4114-B71C-C052344628EA}" srcId="{74673BAA-2371-46CB-9535-409982938570}" destId="{C3556E31-937F-416D-B819-5DB5CA218DCF}" srcOrd="3" destOrd="0" parTransId="{D56B824C-0B4A-4566-9944-A2417848F2BF}" sibTransId="{48D1EB01-945D-4D80-B79B-0291300FC4D3}"/>
    <dgm:cxn modelId="{C6A85D52-70A0-4259-BE8E-A576068C2170}" srcId="{74673BAA-2371-46CB-9535-409982938570}" destId="{28660E7A-8892-4562-92DD-522FC561B3C1}" srcOrd="1" destOrd="0" parTransId="{FE2C215F-F315-4FBC-8062-0CA475213421}" sibTransId="{FB5E8378-FDB7-4D28-8DC8-AB3774592A56}"/>
    <dgm:cxn modelId="{270B125A-D8DB-4698-AC9D-758B86AE3781}" type="presOf" srcId="{74673BAA-2371-46CB-9535-409982938570}" destId="{7480F4D7-63FF-43E8-908D-4C935B9E43B8}" srcOrd="0" destOrd="0" presId="urn:microsoft.com/office/officeart/2018/2/layout/IconVerticalSolidList"/>
    <dgm:cxn modelId="{6B34F49E-DD16-4878-AC38-6C02F0E827E9}" type="presOf" srcId="{28660E7A-8892-4562-92DD-522FC561B3C1}" destId="{7F633F33-7755-47C6-B539-8A3DACB3F2F3}" srcOrd="0" destOrd="0" presId="urn:microsoft.com/office/officeart/2018/2/layout/IconVerticalSolidList"/>
    <dgm:cxn modelId="{50FB68C8-6745-4143-ACB6-7308A302000A}" srcId="{74673BAA-2371-46CB-9535-409982938570}" destId="{A4E4F3B5-074A-4CBF-976C-E6BAE067143A}" srcOrd="2" destOrd="0" parTransId="{5EE62752-9F07-407F-BD89-D0D11B1A782F}" sibTransId="{0A8AEF2C-C4BF-42A6-B126-46B555CD697D}"/>
    <dgm:cxn modelId="{95F83BDA-740C-41C0-92EC-FFB3F12FEEF5}" srcId="{74673BAA-2371-46CB-9535-409982938570}" destId="{4BCB2CA1-9D4D-415E-8877-4B19AFB1CD33}" srcOrd="0" destOrd="0" parTransId="{8BB885D8-C4DF-465A-8868-0265F9CF4C64}" sibTransId="{3DF901F6-4335-4A44-8661-92B72DA78EA4}"/>
    <dgm:cxn modelId="{B0AE84DB-6DDA-410F-A9BB-30FC41BDB976}" type="presOf" srcId="{C3556E31-937F-416D-B819-5DB5CA218DCF}" destId="{B5777D5C-2508-4278-B86D-0ECE86C2319F}" srcOrd="0" destOrd="0" presId="urn:microsoft.com/office/officeart/2018/2/layout/IconVerticalSolidList"/>
    <dgm:cxn modelId="{693260FE-A8CD-4CC4-A245-390CFB11392E}" type="presParOf" srcId="{7480F4D7-63FF-43E8-908D-4C935B9E43B8}" destId="{52A8ADD5-8BA1-477B-918D-403402337009}" srcOrd="0" destOrd="0" presId="urn:microsoft.com/office/officeart/2018/2/layout/IconVerticalSolidList"/>
    <dgm:cxn modelId="{727C017A-BF8B-4C93-B759-6B70D916C5AC}" type="presParOf" srcId="{52A8ADD5-8BA1-477B-918D-403402337009}" destId="{29F1A3B9-BAC7-4B6D-846D-2F8D2FD55E05}" srcOrd="0" destOrd="0" presId="urn:microsoft.com/office/officeart/2018/2/layout/IconVerticalSolidList"/>
    <dgm:cxn modelId="{FE25F53C-217F-496B-A811-1830CAA145C8}" type="presParOf" srcId="{52A8ADD5-8BA1-477B-918D-403402337009}" destId="{91A33141-C198-4C02-B047-C2C576C7000B}" srcOrd="1" destOrd="0" presId="urn:microsoft.com/office/officeart/2018/2/layout/IconVerticalSolidList"/>
    <dgm:cxn modelId="{87057293-0892-428D-8216-CA4E2240D0F6}" type="presParOf" srcId="{52A8ADD5-8BA1-477B-918D-403402337009}" destId="{612B5742-FDD1-4B5B-93E3-14F14DB4B19B}" srcOrd="2" destOrd="0" presId="urn:microsoft.com/office/officeart/2018/2/layout/IconVerticalSolidList"/>
    <dgm:cxn modelId="{56F7AFCD-F538-4533-8882-0FB8D7FFBC6B}" type="presParOf" srcId="{52A8ADD5-8BA1-477B-918D-403402337009}" destId="{E70B0068-977C-4E6D-AE28-D4FAA9510B3A}" srcOrd="3" destOrd="0" presId="urn:microsoft.com/office/officeart/2018/2/layout/IconVerticalSolidList"/>
    <dgm:cxn modelId="{8C22143A-BF86-466B-A256-73B7E68D7C97}" type="presParOf" srcId="{7480F4D7-63FF-43E8-908D-4C935B9E43B8}" destId="{6ED97471-6811-40EA-AD74-DA20FD3FA4B6}" srcOrd="1" destOrd="0" presId="urn:microsoft.com/office/officeart/2018/2/layout/IconVerticalSolidList"/>
    <dgm:cxn modelId="{4FDB38E9-2B0F-4AB7-A043-421116DAFF39}" type="presParOf" srcId="{7480F4D7-63FF-43E8-908D-4C935B9E43B8}" destId="{336BA0EA-1962-492A-8AC3-A00FED739B63}" srcOrd="2" destOrd="0" presId="urn:microsoft.com/office/officeart/2018/2/layout/IconVerticalSolidList"/>
    <dgm:cxn modelId="{69F7B587-E175-417A-9EF9-83CA76F773F6}" type="presParOf" srcId="{336BA0EA-1962-492A-8AC3-A00FED739B63}" destId="{7EFF8B89-4803-4511-9E55-A6748F11785B}" srcOrd="0" destOrd="0" presId="urn:microsoft.com/office/officeart/2018/2/layout/IconVerticalSolidList"/>
    <dgm:cxn modelId="{9D34B1B0-BB12-411A-A10B-4FEAEC7B76B0}" type="presParOf" srcId="{336BA0EA-1962-492A-8AC3-A00FED739B63}" destId="{E4EB2D78-A98D-40F4-BB4B-8F7983309E6B}" srcOrd="1" destOrd="0" presId="urn:microsoft.com/office/officeart/2018/2/layout/IconVerticalSolidList"/>
    <dgm:cxn modelId="{BE6C2872-6D4A-4EDE-8B55-174B490B1EAB}" type="presParOf" srcId="{336BA0EA-1962-492A-8AC3-A00FED739B63}" destId="{F2CD9BC5-F771-42C3-B57B-F9C2C214B608}" srcOrd="2" destOrd="0" presId="urn:microsoft.com/office/officeart/2018/2/layout/IconVerticalSolidList"/>
    <dgm:cxn modelId="{875B4C4D-CA43-46F8-B506-CD65BE06E66A}" type="presParOf" srcId="{336BA0EA-1962-492A-8AC3-A00FED739B63}" destId="{7F633F33-7755-47C6-B539-8A3DACB3F2F3}" srcOrd="3" destOrd="0" presId="urn:microsoft.com/office/officeart/2018/2/layout/IconVerticalSolidList"/>
    <dgm:cxn modelId="{23D90102-40F1-47BD-A3E2-32DDA73FD78F}" type="presParOf" srcId="{7480F4D7-63FF-43E8-908D-4C935B9E43B8}" destId="{7D6CDC11-5C00-4A39-8404-6DB3CA0F351A}" srcOrd="3" destOrd="0" presId="urn:microsoft.com/office/officeart/2018/2/layout/IconVerticalSolidList"/>
    <dgm:cxn modelId="{09E7180E-27E1-4BDB-B610-2C4345F7572D}" type="presParOf" srcId="{7480F4D7-63FF-43E8-908D-4C935B9E43B8}" destId="{2EF95570-4D3D-44E4-9B6C-676950EC1F6C}" srcOrd="4" destOrd="0" presId="urn:microsoft.com/office/officeart/2018/2/layout/IconVerticalSolidList"/>
    <dgm:cxn modelId="{F1AFA445-8A5C-4943-AE15-5E1EE194967B}" type="presParOf" srcId="{2EF95570-4D3D-44E4-9B6C-676950EC1F6C}" destId="{15C8E136-8718-4E4A-B348-ECA54CFF20D0}" srcOrd="0" destOrd="0" presId="urn:microsoft.com/office/officeart/2018/2/layout/IconVerticalSolidList"/>
    <dgm:cxn modelId="{BFB64F77-3618-4EDF-B90F-FB8E731A2528}" type="presParOf" srcId="{2EF95570-4D3D-44E4-9B6C-676950EC1F6C}" destId="{E05EDB4C-457B-4EB1-B96E-4A127429E3D6}" srcOrd="1" destOrd="0" presId="urn:microsoft.com/office/officeart/2018/2/layout/IconVerticalSolidList"/>
    <dgm:cxn modelId="{FDF62809-09F9-4127-89CD-42E233C6350C}" type="presParOf" srcId="{2EF95570-4D3D-44E4-9B6C-676950EC1F6C}" destId="{64B4DE22-C74F-490C-B17C-E9D9D13C9304}" srcOrd="2" destOrd="0" presId="urn:microsoft.com/office/officeart/2018/2/layout/IconVerticalSolidList"/>
    <dgm:cxn modelId="{55E37E1F-AEBF-40B6-86F2-202008D4B7D2}" type="presParOf" srcId="{2EF95570-4D3D-44E4-9B6C-676950EC1F6C}" destId="{0210A567-7192-49CC-8616-7B3FF9FEF98B}" srcOrd="3" destOrd="0" presId="urn:microsoft.com/office/officeart/2018/2/layout/IconVerticalSolidList"/>
    <dgm:cxn modelId="{846C207A-5323-4D75-ACCE-035C1EB9E183}" type="presParOf" srcId="{7480F4D7-63FF-43E8-908D-4C935B9E43B8}" destId="{BF20EF52-B114-4543-AECF-9B054CF274A8}" srcOrd="5" destOrd="0" presId="urn:microsoft.com/office/officeart/2018/2/layout/IconVerticalSolidList"/>
    <dgm:cxn modelId="{9C19B0F9-B705-43FB-B876-FD52E662FDC0}" type="presParOf" srcId="{7480F4D7-63FF-43E8-908D-4C935B9E43B8}" destId="{7B2A6C9C-806A-40E7-A498-9FB9EE4DF15C}" srcOrd="6" destOrd="0" presId="urn:microsoft.com/office/officeart/2018/2/layout/IconVerticalSolidList"/>
    <dgm:cxn modelId="{82C5DD8E-0751-44A9-8032-37719879F586}" type="presParOf" srcId="{7B2A6C9C-806A-40E7-A498-9FB9EE4DF15C}" destId="{0A8CB071-DCB1-4709-8893-A5430EB8AAE0}" srcOrd="0" destOrd="0" presId="urn:microsoft.com/office/officeart/2018/2/layout/IconVerticalSolidList"/>
    <dgm:cxn modelId="{B7E247E8-3B6B-490B-A40E-F28017FC6B73}" type="presParOf" srcId="{7B2A6C9C-806A-40E7-A498-9FB9EE4DF15C}" destId="{4AF717F1-F629-4E88-BB09-7CC42F113C99}" srcOrd="1" destOrd="0" presId="urn:microsoft.com/office/officeart/2018/2/layout/IconVerticalSolidList"/>
    <dgm:cxn modelId="{600455E8-2507-4E3D-BC1D-4F6B2EB186FB}" type="presParOf" srcId="{7B2A6C9C-806A-40E7-A498-9FB9EE4DF15C}" destId="{48D0A85A-85EB-4398-918E-0ACCE89BA1A8}" srcOrd="2" destOrd="0" presId="urn:microsoft.com/office/officeart/2018/2/layout/IconVerticalSolidList"/>
    <dgm:cxn modelId="{C4DE1AC9-6BD7-49EC-A734-289C8441696D}" type="presParOf" srcId="{7B2A6C9C-806A-40E7-A498-9FB9EE4DF15C}" destId="{B5777D5C-2508-4278-B86D-0ECE86C231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851A97-CFE2-42B2-A1F2-DC22D326AE9E}" type="doc">
      <dgm:prSet loTypeId="urn:microsoft.com/office/officeart/2005/8/layout/arrow5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15FFFF-8F48-470B-BE87-BDACA5D9A871}">
      <dgm:prSet/>
      <dgm:spPr/>
      <dgm:t>
        <a:bodyPr/>
        <a:lstStyle/>
        <a:p>
          <a:r>
            <a:rPr lang="it-IT"/>
            <a:t>Raccolta dati da sensori, meteo e immagini</a:t>
          </a:r>
          <a:endParaRPr lang="en-US"/>
        </a:p>
      </dgm:t>
    </dgm:pt>
    <dgm:pt modelId="{E4D57189-9368-4AAE-B0A3-0B4B90422E72}" type="parTrans" cxnId="{703680F3-6B93-46AA-9B1B-7EB8E44AAA64}">
      <dgm:prSet/>
      <dgm:spPr/>
      <dgm:t>
        <a:bodyPr/>
        <a:lstStyle/>
        <a:p>
          <a:endParaRPr lang="en-US"/>
        </a:p>
      </dgm:t>
    </dgm:pt>
    <dgm:pt modelId="{388CA301-DE04-43D9-9447-CEFD5FFC1602}" type="sibTrans" cxnId="{703680F3-6B93-46AA-9B1B-7EB8E44AAA64}">
      <dgm:prSet/>
      <dgm:spPr/>
      <dgm:t>
        <a:bodyPr/>
        <a:lstStyle/>
        <a:p>
          <a:endParaRPr lang="en-US"/>
        </a:p>
      </dgm:t>
    </dgm:pt>
    <dgm:pt modelId="{2188F3EB-4C12-4397-97C5-99692D6442E6}">
      <dgm:prSet/>
      <dgm:spPr/>
      <dgm:t>
        <a:bodyPr/>
        <a:lstStyle/>
        <a:p>
          <a:r>
            <a:rPr lang="it-IT"/>
            <a:t>Generazione di suggerimenti operativi</a:t>
          </a:r>
          <a:endParaRPr lang="en-US"/>
        </a:p>
      </dgm:t>
    </dgm:pt>
    <dgm:pt modelId="{00241F57-F527-4F53-9976-52DCC3A80CAC}" type="parTrans" cxnId="{7684004C-0F49-4747-9997-418C7C242397}">
      <dgm:prSet/>
      <dgm:spPr/>
      <dgm:t>
        <a:bodyPr/>
        <a:lstStyle/>
        <a:p>
          <a:endParaRPr lang="en-US"/>
        </a:p>
      </dgm:t>
    </dgm:pt>
    <dgm:pt modelId="{CC454BA5-1C75-4C37-938C-32CE8F7AA04E}" type="sibTrans" cxnId="{7684004C-0F49-4747-9997-418C7C242397}">
      <dgm:prSet/>
      <dgm:spPr/>
      <dgm:t>
        <a:bodyPr/>
        <a:lstStyle/>
        <a:p>
          <a:endParaRPr lang="en-US"/>
        </a:p>
      </dgm:t>
    </dgm:pt>
    <dgm:pt modelId="{A7E021B2-F15D-4F04-9C2A-DD9491F0B2E9}">
      <dgm:prSet/>
      <dgm:spPr/>
      <dgm:t>
        <a:bodyPr/>
        <a:lstStyle/>
        <a:p>
          <a:r>
            <a:rPr lang="it-IT"/>
            <a:t>Riduzione degli sprechi di risorse</a:t>
          </a:r>
          <a:endParaRPr lang="en-US"/>
        </a:p>
      </dgm:t>
    </dgm:pt>
    <dgm:pt modelId="{0712DEFD-6372-4A14-A2A8-8EA6D1171611}" type="parTrans" cxnId="{AD2B3A75-FDB3-4D48-971B-B04C190F9B8C}">
      <dgm:prSet/>
      <dgm:spPr/>
      <dgm:t>
        <a:bodyPr/>
        <a:lstStyle/>
        <a:p>
          <a:endParaRPr lang="en-US"/>
        </a:p>
      </dgm:t>
    </dgm:pt>
    <dgm:pt modelId="{6F197296-30C9-4E5F-9D9C-4BF7E6A12A8C}" type="sibTrans" cxnId="{AD2B3A75-FDB3-4D48-971B-B04C190F9B8C}">
      <dgm:prSet/>
      <dgm:spPr/>
      <dgm:t>
        <a:bodyPr/>
        <a:lstStyle/>
        <a:p>
          <a:endParaRPr lang="en-US"/>
        </a:p>
      </dgm:t>
    </dgm:pt>
    <dgm:pt modelId="{C3688DBA-D692-4C50-9B1A-DB880AD17CC7}">
      <dgm:prSet/>
      <dgm:spPr/>
      <dgm:t>
        <a:bodyPr/>
        <a:lstStyle/>
        <a:p>
          <a:r>
            <a:rPr lang="it-IT"/>
            <a:t>Supporto a modelli decisionali modulari</a:t>
          </a:r>
          <a:endParaRPr lang="en-US"/>
        </a:p>
      </dgm:t>
    </dgm:pt>
    <dgm:pt modelId="{4D966CDB-8EED-4C9B-9592-2B5068E9B905}" type="parTrans" cxnId="{7F785CEC-FB76-49B2-82C6-9645C7DAE479}">
      <dgm:prSet/>
      <dgm:spPr/>
      <dgm:t>
        <a:bodyPr/>
        <a:lstStyle/>
        <a:p>
          <a:endParaRPr lang="en-US"/>
        </a:p>
      </dgm:t>
    </dgm:pt>
    <dgm:pt modelId="{7B8A0745-8DB0-4E3B-8E34-CAB40AFB5D75}" type="sibTrans" cxnId="{7F785CEC-FB76-49B2-82C6-9645C7DAE479}">
      <dgm:prSet/>
      <dgm:spPr/>
      <dgm:t>
        <a:bodyPr/>
        <a:lstStyle/>
        <a:p>
          <a:endParaRPr lang="en-US"/>
        </a:p>
      </dgm:t>
    </dgm:pt>
    <dgm:pt modelId="{CBDAFA0A-3D23-46E6-A0F7-D4E30FD51920}" type="pres">
      <dgm:prSet presAssocID="{7C851A97-CFE2-42B2-A1F2-DC22D326AE9E}" presName="diagram" presStyleCnt="0">
        <dgm:presLayoutVars>
          <dgm:dir/>
          <dgm:resizeHandles val="exact"/>
        </dgm:presLayoutVars>
      </dgm:prSet>
      <dgm:spPr/>
    </dgm:pt>
    <dgm:pt modelId="{FB2BD103-3B8A-4C1B-9376-91CDB1909542}" type="pres">
      <dgm:prSet presAssocID="{BE15FFFF-8F48-470B-BE87-BDACA5D9A871}" presName="arrow" presStyleLbl="node1" presStyleIdx="0" presStyleCnt="4">
        <dgm:presLayoutVars>
          <dgm:bulletEnabled val="1"/>
        </dgm:presLayoutVars>
      </dgm:prSet>
      <dgm:spPr/>
    </dgm:pt>
    <dgm:pt modelId="{751F92EF-21F0-44C3-9A42-AFDDD534D913}" type="pres">
      <dgm:prSet presAssocID="{2188F3EB-4C12-4397-97C5-99692D6442E6}" presName="arrow" presStyleLbl="node1" presStyleIdx="1" presStyleCnt="4">
        <dgm:presLayoutVars>
          <dgm:bulletEnabled val="1"/>
        </dgm:presLayoutVars>
      </dgm:prSet>
      <dgm:spPr/>
    </dgm:pt>
    <dgm:pt modelId="{156CD39D-3EE3-4B03-BD94-AA79F1A8F92A}" type="pres">
      <dgm:prSet presAssocID="{A7E021B2-F15D-4F04-9C2A-DD9491F0B2E9}" presName="arrow" presStyleLbl="node1" presStyleIdx="2" presStyleCnt="4">
        <dgm:presLayoutVars>
          <dgm:bulletEnabled val="1"/>
        </dgm:presLayoutVars>
      </dgm:prSet>
      <dgm:spPr/>
    </dgm:pt>
    <dgm:pt modelId="{EBE0D137-B12C-4929-AAE7-471567B28D5D}" type="pres">
      <dgm:prSet presAssocID="{C3688DBA-D692-4C50-9B1A-DB880AD17CC7}" presName="arrow" presStyleLbl="node1" presStyleIdx="3" presStyleCnt="4">
        <dgm:presLayoutVars>
          <dgm:bulletEnabled val="1"/>
        </dgm:presLayoutVars>
      </dgm:prSet>
      <dgm:spPr/>
    </dgm:pt>
  </dgm:ptLst>
  <dgm:cxnLst>
    <dgm:cxn modelId="{7AF1AA07-1EDF-4B7F-A671-17B44B0B13AC}" type="presOf" srcId="{2188F3EB-4C12-4397-97C5-99692D6442E6}" destId="{751F92EF-21F0-44C3-9A42-AFDDD534D913}" srcOrd="0" destOrd="0" presId="urn:microsoft.com/office/officeart/2005/8/layout/arrow5"/>
    <dgm:cxn modelId="{A5C96A29-5A92-4DB5-B88E-48051EC8B8E5}" type="presOf" srcId="{BE15FFFF-8F48-470B-BE87-BDACA5D9A871}" destId="{FB2BD103-3B8A-4C1B-9376-91CDB1909542}" srcOrd="0" destOrd="0" presId="urn:microsoft.com/office/officeart/2005/8/layout/arrow5"/>
    <dgm:cxn modelId="{7684004C-0F49-4747-9997-418C7C242397}" srcId="{7C851A97-CFE2-42B2-A1F2-DC22D326AE9E}" destId="{2188F3EB-4C12-4397-97C5-99692D6442E6}" srcOrd="1" destOrd="0" parTransId="{00241F57-F527-4F53-9976-52DCC3A80CAC}" sibTransId="{CC454BA5-1C75-4C37-938C-32CE8F7AA04E}"/>
    <dgm:cxn modelId="{AD2B3A75-FDB3-4D48-971B-B04C190F9B8C}" srcId="{7C851A97-CFE2-42B2-A1F2-DC22D326AE9E}" destId="{A7E021B2-F15D-4F04-9C2A-DD9491F0B2E9}" srcOrd="2" destOrd="0" parTransId="{0712DEFD-6372-4A14-A2A8-8EA6D1171611}" sibTransId="{6F197296-30C9-4E5F-9D9C-4BF7E6A12A8C}"/>
    <dgm:cxn modelId="{1C15FAAA-2DCD-4F1B-AC8D-A0F12BEF9E8D}" type="presOf" srcId="{C3688DBA-D692-4C50-9B1A-DB880AD17CC7}" destId="{EBE0D137-B12C-4929-AAE7-471567B28D5D}" srcOrd="0" destOrd="0" presId="urn:microsoft.com/office/officeart/2005/8/layout/arrow5"/>
    <dgm:cxn modelId="{A03662BC-9571-4FDD-A5BF-5E46668F5679}" type="presOf" srcId="{7C851A97-CFE2-42B2-A1F2-DC22D326AE9E}" destId="{CBDAFA0A-3D23-46E6-A0F7-D4E30FD51920}" srcOrd="0" destOrd="0" presId="urn:microsoft.com/office/officeart/2005/8/layout/arrow5"/>
    <dgm:cxn modelId="{A93BC0BD-4CCB-403A-97C4-C83DBC4ECE12}" type="presOf" srcId="{A7E021B2-F15D-4F04-9C2A-DD9491F0B2E9}" destId="{156CD39D-3EE3-4B03-BD94-AA79F1A8F92A}" srcOrd="0" destOrd="0" presId="urn:microsoft.com/office/officeart/2005/8/layout/arrow5"/>
    <dgm:cxn modelId="{7F785CEC-FB76-49B2-82C6-9645C7DAE479}" srcId="{7C851A97-CFE2-42B2-A1F2-DC22D326AE9E}" destId="{C3688DBA-D692-4C50-9B1A-DB880AD17CC7}" srcOrd="3" destOrd="0" parTransId="{4D966CDB-8EED-4C9B-9592-2B5068E9B905}" sibTransId="{7B8A0745-8DB0-4E3B-8E34-CAB40AFB5D75}"/>
    <dgm:cxn modelId="{703680F3-6B93-46AA-9B1B-7EB8E44AAA64}" srcId="{7C851A97-CFE2-42B2-A1F2-DC22D326AE9E}" destId="{BE15FFFF-8F48-470B-BE87-BDACA5D9A871}" srcOrd="0" destOrd="0" parTransId="{E4D57189-9368-4AAE-B0A3-0B4B90422E72}" sibTransId="{388CA301-DE04-43D9-9447-CEFD5FFC1602}"/>
    <dgm:cxn modelId="{46D9B592-F1E2-40E6-8868-EF6655F93AB1}" type="presParOf" srcId="{CBDAFA0A-3D23-46E6-A0F7-D4E30FD51920}" destId="{FB2BD103-3B8A-4C1B-9376-91CDB1909542}" srcOrd="0" destOrd="0" presId="urn:microsoft.com/office/officeart/2005/8/layout/arrow5"/>
    <dgm:cxn modelId="{3D374AA5-C7E8-4E33-8013-96376CF485BD}" type="presParOf" srcId="{CBDAFA0A-3D23-46E6-A0F7-D4E30FD51920}" destId="{751F92EF-21F0-44C3-9A42-AFDDD534D913}" srcOrd="1" destOrd="0" presId="urn:microsoft.com/office/officeart/2005/8/layout/arrow5"/>
    <dgm:cxn modelId="{CF976062-BC69-43FD-A6D4-73D3058DB7AB}" type="presParOf" srcId="{CBDAFA0A-3D23-46E6-A0F7-D4E30FD51920}" destId="{156CD39D-3EE3-4B03-BD94-AA79F1A8F92A}" srcOrd="2" destOrd="0" presId="urn:microsoft.com/office/officeart/2005/8/layout/arrow5"/>
    <dgm:cxn modelId="{3216EFA4-3F5D-402C-B32D-E8EC70869CCD}" type="presParOf" srcId="{CBDAFA0A-3D23-46E6-A0F7-D4E30FD51920}" destId="{EBE0D137-B12C-4929-AAE7-471567B28D5D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FB1D72-0A95-4DB7-87CF-37B0170B22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67EA86-35A6-4216-A491-E6454B8D36AD}">
      <dgm:prSet/>
      <dgm:spPr/>
      <dgm:t>
        <a:bodyPr/>
        <a:lstStyle/>
        <a:p>
          <a:r>
            <a:rPr lang="it-IT"/>
            <a:t>Supporto a dispositivi eterogenei</a:t>
          </a:r>
          <a:endParaRPr lang="en-US"/>
        </a:p>
      </dgm:t>
    </dgm:pt>
    <dgm:pt modelId="{EA23FEBD-06B0-4AA2-814F-1D275A5DF96D}" type="parTrans" cxnId="{9B693368-AA18-4868-B98E-9DB65CAFC9D6}">
      <dgm:prSet/>
      <dgm:spPr/>
      <dgm:t>
        <a:bodyPr/>
        <a:lstStyle/>
        <a:p>
          <a:endParaRPr lang="en-US"/>
        </a:p>
      </dgm:t>
    </dgm:pt>
    <dgm:pt modelId="{F4B5C782-5965-4BDD-8C58-CF02E34854C2}" type="sibTrans" cxnId="{9B693368-AA18-4868-B98E-9DB65CAFC9D6}">
      <dgm:prSet/>
      <dgm:spPr/>
      <dgm:t>
        <a:bodyPr/>
        <a:lstStyle/>
        <a:p>
          <a:endParaRPr lang="en-US"/>
        </a:p>
      </dgm:t>
    </dgm:pt>
    <dgm:pt modelId="{F2A90CF5-D198-4A0A-ABA7-3BAB1111E0FC}">
      <dgm:prSet/>
      <dgm:spPr/>
      <dgm:t>
        <a:bodyPr/>
        <a:lstStyle/>
        <a:p>
          <a:r>
            <a:rPr lang="it-IT"/>
            <a:t>Elaborazione in tempo reale</a:t>
          </a:r>
          <a:endParaRPr lang="en-US"/>
        </a:p>
      </dgm:t>
    </dgm:pt>
    <dgm:pt modelId="{E8EE9A7C-D4B4-47CF-892A-A550B0BF6038}" type="parTrans" cxnId="{C8E6C1D5-D4CC-4A7B-8E8B-A119126AF57E}">
      <dgm:prSet/>
      <dgm:spPr/>
      <dgm:t>
        <a:bodyPr/>
        <a:lstStyle/>
        <a:p>
          <a:endParaRPr lang="en-US"/>
        </a:p>
      </dgm:t>
    </dgm:pt>
    <dgm:pt modelId="{1C0469B0-C799-4521-86EC-F2FAAA265866}" type="sibTrans" cxnId="{C8E6C1D5-D4CC-4A7B-8E8B-A119126AF57E}">
      <dgm:prSet/>
      <dgm:spPr/>
      <dgm:t>
        <a:bodyPr/>
        <a:lstStyle/>
        <a:p>
          <a:endParaRPr lang="en-US"/>
        </a:p>
      </dgm:t>
    </dgm:pt>
    <dgm:pt modelId="{61CD721F-B0FF-40A0-8372-392F94904E1C}">
      <dgm:prSet/>
      <dgm:spPr/>
      <dgm:t>
        <a:bodyPr/>
        <a:lstStyle/>
        <a:p>
          <a:r>
            <a:rPr lang="it-IT"/>
            <a:t>Sostituibilità dei modelli decisionali</a:t>
          </a:r>
          <a:endParaRPr lang="en-US"/>
        </a:p>
      </dgm:t>
    </dgm:pt>
    <dgm:pt modelId="{7937902E-12C0-4901-B0CB-01BB2340DC08}" type="parTrans" cxnId="{9A993060-E8F0-4B91-AA55-7182450E0622}">
      <dgm:prSet/>
      <dgm:spPr/>
      <dgm:t>
        <a:bodyPr/>
        <a:lstStyle/>
        <a:p>
          <a:endParaRPr lang="en-US"/>
        </a:p>
      </dgm:t>
    </dgm:pt>
    <dgm:pt modelId="{7BE86617-C41D-481D-AAD5-954B94DFC2EB}" type="sibTrans" cxnId="{9A993060-E8F0-4B91-AA55-7182450E0622}">
      <dgm:prSet/>
      <dgm:spPr/>
      <dgm:t>
        <a:bodyPr/>
        <a:lstStyle/>
        <a:p>
          <a:endParaRPr lang="en-US"/>
        </a:p>
      </dgm:t>
    </dgm:pt>
    <dgm:pt modelId="{1DFF8F71-B09E-4885-9798-C534FDDFF0C9}">
      <dgm:prSet/>
      <dgm:spPr/>
      <dgm:t>
        <a:bodyPr/>
        <a:lstStyle/>
        <a:p>
          <a:r>
            <a:rPr lang="it-IT"/>
            <a:t>Modularità e manutenibilità</a:t>
          </a:r>
          <a:endParaRPr lang="en-US"/>
        </a:p>
      </dgm:t>
    </dgm:pt>
    <dgm:pt modelId="{404736FC-F99D-4445-86B9-B93313F2F6D9}" type="parTrans" cxnId="{C988642C-443B-4ACF-92D9-4A1165400526}">
      <dgm:prSet/>
      <dgm:spPr/>
      <dgm:t>
        <a:bodyPr/>
        <a:lstStyle/>
        <a:p>
          <a:endParaRPr lang="en-US"/>
        </a:p>
      </dgm:t>
    </dgm:pt>
    <dgm:pt modelId="{F0FB23AE-78EE-4380-824C-F7494351178D}" type="sibTrans" cxnId="{C988642C-443B-4ACF-92D9-4A1165400526}">
      <dgm:prSet/>
      <dgm:spPr/>
      <dgm:t>
        <a:bodyPr/>
        <a:lstStyle/>
        <a:p>
          <a:endParaRPr lang="en-US"/>
        </a:p>
      </dgm:t>
    </dgm:pt>
    <dgm:pt modelId="{109A198A-CB1A-42CD-89B9-7FEE81D3F09F}" type="pres">
      <dgm:prSet presAssocID="{85FB1D72-0A95-4DB7-87CF-37B0170B225D}" presName="root" presStyleCnt="0">
        <dgm:presLayoutVars>
          <dgm:dir/>
          <dgm:resizeHandles val="exact"/>
        </dgm:presLayoutVars>
      </dgm:prSet>
      <dgm:spPr/>
    </dgm:pt>
    <dgm:pt modelId="{615E1D95-32A3-48C4-A971-9F5EEA383F00}" type="pres">
      <dgm:prSet presAssocID="{BE67EA86-35A6-4216-A491-E6454B8D36AD}" presName="compNode" presStyleCnt="0"/>
      <dgm:spPr/>
    </dgm:pt>
    <dgm:pt modelId="{B14EF015-3642-439A-BA38-6982713BACFA}" type="pres">
      <dgm:prSet presAssocID="{BE67EA86-35A6-4216-A491-E6454B8D36AD}" presName="bgRect" presStyleLbl="bgShp" presStyleIdx="0" presStyleCnt="4"/>
      <dgm:spPr/>
    </dgm:pt>
    <dgm:pt modelId="{18318951-0E39-4F70-8C37-D13F0749D99C}" type="pres">
      <dgm:prSet presAssocID="{BE67EA86-35A6-4216-A491-E6454B8D36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5BD252B-693A-476F-B341-10F69474FFA4}" type="pres">
      <dgm:prSet presAssocID="{BE67EA86-35A6-4216-A491-E6454B8D36AD}" presName="spaceRect" presStyleCnt="0"/>
      <dgm:spPr/>
    </dgm:pt>
    <dgm:pt modelId="{F182D98C-8214-45A7-A0BD-9105BADEDCAB}" type="pres">
      <dgm:prSet presAssocID="{BE67EA86-35A6-4216-A491-E6454B8D36AD}" presName="parTx" presStyleLbl="revTx" presStyleIdx="0" presStyleCnt="4">
        <dgm:presLayoutVars>
          <dgm:chMax val="0"/>
          <dgm:chPref val="0"/>
        </dgm:presLayoutVars>
      </dgm:prSet>
      <dgm:spPr/>
    </dgm:pt>
    <dgm:pt modelId="{DEB5ACBD-9031-4F6B-A01F-F0C421AAA56F}" type="pres">
      <dgm:prSet presAssocID="{F4B5C782-5965-4BDD-8C58-CF02E34854C2}" presName="sibTrans" presStyleCnt="0"/>
      <dgm:spPr/>
    </dgm:pt>
    <dgm:pt modelId="{079E8BE3-712E-4C5C-94E1-4407A72EF10E}" type="pres">
      <dgm:prSet presAssocID="{F2A90CF5-D198-4A0A-ABA7-3BAB1111E0FC}" presName="compNode" presStyleCnt="0"/>
      <dgm:spPr/>
    </dgm:pt>
    <dgm:pt modelId="{C6449A02-A3C6-471A-9E4B-8800FADC8F68}" type="pres">
      <dgm:prSet presAssocID="{F2A90CF5-D198-4A0A-ABA7-3BAB1111E0FC}" presName="bgRect" presStyleLbl="bgShp" presStyleIdx="1" presStyleCnt="4"/>
      <dgm:spPr/>
    </dgm:pt>
    <dgm:pt modelId="{3A39E936-18FF-4946-8B97-FA97FCFDF090}" type="pres">
      <dgm:prSet presAssocID="{F2A90CF5-D198-4A0A-ABA7-3BAB1111E0F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029A8E5-E35E-4C32-B314-A1485A04704B}" type="pres">
      <dgm:prSet presAssocID="{F2A90CF5-D198-4A0A-ABA7-3BAB1111E0FC}" presName="spaceRect" presStyleCnt="0"/>
      <dgm:spPr/>
    </dgm:pt>
    <dgm:pt modelId="{8F58AB9F-33D7-4D3B-A557-A563FF46DF1B}" type="pres">
      <dgm:prSet presAssocID="{F2A90CF5-D198-4A0A-ABA7-3BAB1111E0FC}" presName="parTx" presStyleLbl="revTx" presStyleIdx="1" presStyleCnt="4">
        <dgm:presLayoutVars>
          <dgm:chMax val="0"/>
          <dgm:chPref val="0"/>
        </dgm:presLayoutVars>
      </dgm:prSet>
      <dgm:spPr/>
    </dgm:pt>
    <dgm:pt modelId="{39EA1576-7A0C-4CB3-B9CE-C4DE7FC7783E}" type="pres">
      <dgm:prSet presAssocID="{1C0469B0-C799-4521-86EC-F2FAAA265866}" presName="sibTrans" presStyleCnt="0"/>
      <dgm:spPr/>
    </dgm:pt>
    <dgm:pt modelId="{1EA56B16-FFF8-47CE-A8DA-312A5E08503F}" type="pres">
      <dgm:prSet presAssocID="{61CD721F-B0FF-40A0-8372-392F94904E1C}" presName="compNode" presStyleCnt="0"/>
      <dgm:spPr/>
    </dgm:pt>
    <dgm:pt modelId="{EA8D517F-32FF-462A-8671-2797E831BC5E}" type="pres">
      <dgm:prSet presAssocID="{61CD721F-B0FF-40A0-8372-392F94904E1C}" presName="bgRect" presStyleLbl="bgShp" presStyleIdx="2" presStyleCnt="4"/>
      <dgm:spPr/>
    </dgm:pt>
    <dgm:pt modelId="{FE3EEFD2-0630-4A0E-AF4C-D566AD927015}" type="pres">
      <dgm:prSet presAssocID="{61CD721F-B0FF-40A0-8372-392F94904E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367565CF-C5D2-45CE-ACE6-74A748705F75}" type="pres">
      <dgm:prSet presAssocID="{61CD721F-B0FF-40A0-8372-392F94904E1C}" presName="spaceRect" presStyleCnt="0"/>
      <dgm:spPr/>
    </dgm:pt>
    <dgm:pt modelId="{40986AB9-2804-43A2-97E0-AAAC72085820}" type="pres">
      <dgm:prSet presAssocID="{61CD721F-B0FF-40A0-8372-392F94904E1C}" presName="parTx" presStyleLbl="revTx" presStyleIdx="2" presStyleCnt="4">
        <dgm:presLayoutVars>
          <dgm:chMax val="0"/>
          <dgm:chPref val="0"/>
        </dgm:presLayoutVars>
      </dgm:prSet>
      <dgm:spPr/>
    </dgm:pt>
    <dgm:pt modelId="{EF8391E5-CEF5-4808-AD27-B83CC4D21E10}" type="pres">
      <dgm:prSet presAssocID="{7BE86617-C41D-481D-AAD5-954B94DFC2EB}" presName="sibTrans" presStyleCnt="0"/>
      <dgm:spPr/>
    </dgm:pt>
    <dgm:pt modelId="{6AB933A3-A998-4E58-ABE8-9B079034B785}" type="pres">
      <dgm:prSet presAssocID="{1DFF8F71-B09E-4885-9798-C534FDDFF0C9}" presName="compNode" presStyleCnt="0"/>
      <dgm:spPr/>
    </dgm:pt>
    <dgm:pt modelId="{4F58AD49-56D2-4814-B1AE-F4A3BA535CBB}" type="pres">
      <dgm:prSet presAssocID="{1DFF8F71-B09E-4885-9798-C534FDDFF0C9}" presName="bgRect" presStyleLbl="bgShp" presStyleIdx="3" presStyleCnt="4"/>
      <dgm:spPr/>
    </dgm:pt>
    <dgm:pt modelId="{31DF6DDB-373B-4A92-88E3-3364F4402262}" type="pres">
      <dgm:prSet presAssocID="{1DFF8F71-B09E-4885-9798-C534FDDFF0C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granaggi"/>
        </a:ext>
      </dgm:extLst>
    </dgm:pt>
    <dgm:pt modelId="{70FF489B-775A-4B10-9AB7-AFF9B1F98C6B}" type="pres">
      <dgm:prSet presAssocID="{1DFF8F71-B09E-4885-9798-C534FDDFF0C9}" presName="spaceRect" presStyleCnt="0"/>
      <dgm:spPr/>
    </dgm:pt>
    <dgm:pt modelId="{C549C2B1-B4E9-46AF-ABDE-C7C37A2DC457}" type="pres">
      <dgm:prSet presAssocID="{1DFF8F71-B09E-4885-9798-C534FDDFF0C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88F341F-50AB-4F95-B4F1-B9C450E702D1}" type="presOf" srcId="{61CD721F-B0FF-40A0-8372-392F94904E1C}" destId="{40986AB9-2804-43A2-97E0-AAAC72085820}" srcOrd="0" destOrd="0" presId="urn:microsoft.com/office/officeart/2018/2/layout/IconVerticalSolidList"/>
    <dgm:cxn modelId="{C988642C-443B-4ACF-92D9-4A1165400526}" srcId="{85FB1D72-0A95-4DB7-87CF-37B0170B225D}" destId="{1DFF8F71-B09E-4885-9798-C534FDDFF0C9}" srcOrd="3" destOrd="0" parTransId="{404736FC-F99D-4445-86B9-B93313F2F6D9}" sibTransId="{F0FB23AE-78EE-4380-824C-F7494351178D}"/>
    <dgm:cxn modelId="{ECC8A42C-0EF7-46D3-BF3C-E156478A5BD9}" type="presOf" srcId="{BE67EA86-35A6-4216-A491-E6454B8D36AD}" destId="{F182D98C-8214-45A7-A0BD-9105BADEDCAB}" srcOrd="0" destOrd="0" presId="urn:microsoft.com/office/officeart/2018/2/layout/IconVerticalSolidList"/>
    <dgm:cxn modelId="{9A993060-E8F0-4B91-AA55-7182450E0622}" srcId="{85FB1D72-0A95-4DB7-87CF-37B0170B225D}" destId="{61CD721F-B0FF-40A0-8372-392F94904E1C}" srcOrd="2" destOrd="0" parTransId="{7937902E-12C0-4901-B0CB-01BB2340DC08}" sibTransId="{7BE86617-C41D-481D-AAD5-954B94DFC2EB}"/>
    <dgm:cxn modelId="{9B693368-AA18-4868-B98E-9DB65CAFC9D6}" srcId="{85FB1D72-0A95-4DB7-87CF-37B0170B225D}" destId="{BE67EA86-35A6-4216-A491-E6454B8D36AD}" srcOrd="0" destOrd="0" parTransId="{EA23FEBD-06B0-4AA2-814F-1D275A5DF96D}" sibTransId="{F4B5C782-5965-4BDD-8C58-CF02E34854C2}"/>
    <dgm:cxn modelId="{52C9EB7D-7B32-429B-B52B-04777981A16E}" type="presOf" srcId="{F2A90CF5-D198-4A0A-ABA7-3BAB1111E0FC}" destId="{8F58AB9F-33D7-4D3B-A557-A563FF46DF1B}" srcOrd="0" destOrd="0" presId="urn:microsoft.com/office/officeart/2018/2/layout/IconVerticalSolidList"/>
    <dgm:cxn modelId="{607D4888-9913-4917-B95B-BF240BEA6073}" type="presOf" srcId="{1DFF8F71-B09E-4885-9798-C534FDDFF0C9}" destId="{C549C2B1-B4E9-46AF-ABDE-C7C37A2DC457}" srcOrd="0" destOrd="0" presId="urn:microsoft.com/office/officeart/2018/2/layout/IconVerticalSolidList"/>
    <dgm:cxn modelId="{C8E6C1D5-D4CC-4A7B-8E8B-A119126AF57E}" srcId="{85FB1D72-0A95-4DB7-87CF-37B0170B225D}" destId="{F2A90CF5-D198-4A0A-ABA7-3BAB1111E0FC}" srcOrd="1" destOrd="0" parTransId="{E8EE9A7C-D4B4-47CF-892A-A550B0BF6038}" sibTransId="{1C0469B0-C799-4521-86EC-F2FAAA265866}"/>
    <dgm:cxn modelId="{934182DC-C60A-4FD3-8A6A-656A2A25D394}" type="presOf" srcId="{85FB1D72-0A95-4DB7-87CF-37B0170B225D}" destId="{109A198A-CB1A-42CD-89B9-7FEE81D3F09F}" srcOrd="0" destOrd="0" presId="urn:microsoft.com/office/officeart/2018/2/layout/IconVerticalSolidList"/>
    <dgm:cxn modelId="{77AC444E-A976-4792-B411-EF62232C1A88}" type="presParOf" srcId="{109A198A-CB1A-42CD-89B9-7FEE81D3F09F}" destId="{615E1D95-32A3-48C4-A971-9F5EEA383F00}" srcOrd="0" destOrd="0" presId="urn:microsoft.com/office/officeart/2018/2/layout/IconVerticalSolidList"/>
    <dgm:cxn modelId="{17E5B511-F188-4889-9187-272A43C2A861}" type="presParOf" srcId="{615E1D95-32A3-48C4-A971-9F5EEA383F00}" destId="{B14EF015-3642-439A-BA38-6982713BACFA}" srcOrd="0" destOrd="0" presId="urn:microsoft.com/office/officeart/2018/2/layout/IconVerticalSolidList"/>
    <dgm:cxn modelId="{197BBB24-43E5-4D9A-9528-DD57382DDCD1}" type="presParOf" srcId="{615E1D95-32A3-48C4-A971-9F5EEA383F00}" destId="{18318951-0E39-4F70-8C37-D13F0749D99C}" srcOrd="1" destOrd="0" presId="urn:microsoft.com/office/officeart/2018/2/layout/IconVerticalSolidList"/>
    <dgm:cxn modelId="{8CD7BFC0-D43C-4468-87C5-AB26BF3F4C9E}" type="presParOf" srcId="{615E1D95-32A3-48C4-A971-9F5EEA383F00}" destId="{D5BD252B-693A-476F-B341-10F69474FFA4}" srcOrd="2" destOrd="0" presId="urn:microsoft.com/office/officeart/2018/2/layout/IconVerticalSolidList"/>
    <dgm:cxn modelId="{B93A75A1-A126-451C-93F9-F5668EEE24CB}" type="presParOf" srcId="{615E1D95-32A3-48C4-A971-9F5EEA383F00}" destId="{F182D98C-8214-45A7-A0BD-9105BADEDCAB}" srcOrd="3" destOrd="0" presId="urn:microsoft.com/office/officeart/2018/2/layout/IconVerticalSolidList"/>
    <dgm:cxn modelId="{1756BBA8-A7E0-4E25-9228-6A971396CE2A}" type="presParOf" srcId="{109A198A-CB1A-42CD-89B9-7FEE81D3F09F}" destId="{DEB5ACBD-9031-4F6B-A01F-F0C421AAA56F}" srcOrd="1" destOrd="0" presId="urn:microsoft.com/office/officeart/2018/2/layout/IconVerticalSolidList"/>
    <dgm:cxn modelId="{FAD66D63-3098-4572-951E-5FE80582560F}" type="presParOf" srcId="{109A198A-CB1A-42CD-89B9-7FEE81D3F09F}" destId="{079E8BE3-712E-4C5C-94E1-4407A72EF10E}" srcOrd="2" destOrd="0" presId="urn:microsoft.com/office/officeart/2018/2/layout/IconVerticalSolidList"/>
    <dgm:cxn modelId="{5407B56F-CD97-4E2A-AB8D-99F4647B6FED}" type="presParOf" srcId="{079E8BE3-712E-4C5C-94E1-4407A72EF10E}" destId="{C6449A02-A3C6-471A-9E4B-8800FADC8F68}" srcOrd="0" destOrd="0" presId="urn:microsoft.com/office/officeart/2018/2/layout/IconVerticalSolidList"/>
    <dgm:cxn modelId="{50F7F484-248A-4312-83B5-5688D9A920CF}" type="presParOf" srcId="{079E8BE3-712E-4C5C-94E1-4407A72EF10E}" destId="{3A39E936-18FF-4946-8B97-FA97FCFDF090}" srcOrd="1" destOrd="0" presId="urn:microsoft.com/office/officeart/2018/2/layout/IconVerticalSolidList"/>
    <dgm:cxn modelId="{633F4A55-BEFC-4EEB-9A05-F97081082E5C}" type="presParOf" srcId="{079E8BE3-712E-4C5C-94E1-4407A72EF10E}" destId="{4029A8E5-E35E-4C32-B314-A1485A04704B}" srcOrd="2" destOrd="0" presId="urn:microsoft.com/office/officeart/2018/2/layout/IconVerticalSolidList"/>
    <dgm:cxn modelId="{75215973-7CA4-4AF4-9E73-67EDFFF3E2E3}" type="presParOf" srcId="{079E8BE3-712E-4C5C-94E1-4407A72EF10E}" destId="{8F58AB9F-33D7-4D3B-A557-A563FF46DF1B}" srcOrd="3" destOrd="0" presId="urn:microsoft.com/office/officeart/2018/2/layout/IconVerticalSolidList"/>
    <dgm:cxn modelId="{E0391AAA-6E89-47AA-B82E-0B1FECF9BF67}" type="presParOf" srcId="{109A198A-CB1A-42CD-89B9-7FEE81D3F09F}" destId="{39EA1576-7A0C-4CB3-B9CE-C4DE7FC7783E}" srcOrd="3" destOrd="0" presId="urn:microsoft.com/office/officeart/2018/2/layout/IconVerticalSolidList"/>
    <dgm:cxn modelId="{9C53FD2B-8BDB-4F4B-8FA1-EEB5719C9CDE}" type="presParOf" srcId="{109A198A-CB1A-42CD-89B9-7FEE81D3F09F}" destId="{1EA56B16-FFF8-47CE-A8DA-312A5E08503F}" srcOrd="4" destOrd="0" presId="urn:microsoft.com/office/officeart/2018/2/layout/IconVerticalSolidList"/>
    <dgm:cxn modelId="{D9E3DE65-3613-4BAC-BFC0-2E0E0064906B}" type="presParOf" srcId="{1EA56B16-FFF8-47CE-A8DA-312A5E08503F}" destId="{EA8D517F-32FF-462A-8671-2797E831BC5E}" srcOrd="0" destOrd="0" presId="urn:microsoft.com/office/officeart/2018/2/layout/IconVerticalSolidList"/>
    <dgm:cxn modelId="{961D244B-5B4D-4C26-9C21-C86B8EA2EE86}" type="presParOf" srcId="{1EA56B16-FFF8-47CE-A8DA-312A5E08503F}" destId="{FE3EEFD2-0630-4A0E-AF4C-D566AD927015}" srcOrd="1" destOrd="0" presId="urn:microsoft.com/office/officeart/2018/2/layout/IconVerticalSolidList"/>
    <dgm:cxn modelId="{E0697283-F3E7-440D-A002-BD9B6AF3A99D}" type="presParOf" srcId="{1EA56B16-FFF8-47CE-A8DA-312A5E08503F}" destId="{367565CF-C5D2-45CE-ACE6-74A748705F75}" srcOrd="2" destOrd="0" presId="urn:microsoft.com/office/officeart/2018/2/layout/IconVerticalSolidList"/>
    <dgm:cxn modelId="{916C30FF-10C1-47F5-89CF-62A760A6A045}" type="presParOf" srcId="{1EA56B16-FFF8-47CE-A8DA-312A5E08503F}" destId="{40986AB9-2804-43A2-97E0-AAAC72085820}" srcOrd="3" destOrd="0" presId="urn:microsoft.com/office/officeart/2018/2/layout/IconVerticalSolidList"/>
    <dgm:cxn modelId="{60242CF7-983B-4B38-8920-266D05E32D13}" type="presParOf" srcId="{109A198A-CB1A-42CD-89B9-7FEE81D3F09F}" destId="{EF8391E5-CEF5-4808-AD27-B83CC4D21E10}" srcOrd="5" destOrd="0" presId="urn:microsoft.com/office/officeart/2018/2/layout/IconVerticalSolidList"/>
    <dgm:cxn modelId="{1E11EFE5-CAB5-486A-9B1C-5E1AEC32337B}" type="presParOf" srcId="{109A198A-CB1A-42CD-89B9-7FEE81D3F09F}" destId="{6AB933A3-A998-4E58-ABE8-9B079034B785}" srcOrd="6" destOrd="0" presId="urn:microsoft.com/office/officeart/2018/2/layout/IconVerticalSolidList"/>
    <dgm:cxn modelId="{59028E94-D86B-4A11-9D41-ED3C0E4B8A0E}" type="presParOf" srcId="{6AB933A3-A998-4E58-ABE8-9B079034B785}" destId="{4F58AD49-56D2-4814-B1AE-F4A3BA535CBB}" srcOrd="0" destOrd="0" presId="urn:microsoft.com/office/officeart/2018/2/layout/IconVerticalSolidList"/>
    <dgm:cxn modelId="{432AF6C3-2662-42D5-BAD4-904AF93925C9}" type="presParOf" srcId="{6AB933A3-A998-4E58-ABE8-9B079034B785}" destId="{31DF6DDB-373B-4A92-88E3-3364F4402262}" srcOrd="1" destOrd="0" presId="urn:microsoft.com/office/officeart/2018/2/layout/IconVerticalSolidList"/>
    <dgm:cxn modelId="{5F58C848-B7BE-4A33-8633-DC0B25037B1C}" type="presParOf" srcId="{6AB933A3-A998-4E58-ABE8-9B079034B785}" destId="{70FF489B-775A-4B10-9AB7-AFF9B1F98C6B}" srcOrd="2" destOrd="0" presId="urn:microsoft.com/office/officeart/2018/2/layout/IconVerticalSolidList"/>
    <dgm:cxn modelId="{84DD1BE2-39E8-479E-8DC2-1616193370D9}" type="presParOf" srcId="{6AB933A3-A998-4E58-ABE8-9B079034B785}" destId="{C549C2B1-B4E9-46AF-ABDE-C7C37A2DC4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C9E091-7CFC-4FCF-B3D8-64A532B0F1E3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40DA15-3BD5-4391-8667-B15F4FFAE19A}">
      <dgm:prSet/>
      <dgm:spPr/>
      <dgm:t>
        <a:bodyPr/>
        <a:lstStyle/>
        <a:p>
          <a:r>
            <a:rPr lang="it-IT"/>
            <a:t>Architettura event-driven basata su MQTT</a:t>
          </a:r>
          <a:endParaRPr lang="en-US"/>
        </a:p>
      </dgm:t>
    </dgm:pt>
    <dgm:pt modelId="{7EA74C5A-E5EC-44D4-952C-3630706668F5}" type="parTrans" cxnId="{A09804B8-9CCC-449E-B419-E493B94157F6}">
      <dgm:prSet/>
      <dgm:spPr/>
      <dgm:t>
        <a:bodyPr/>
        <a:lstStyle/>
        <a:p>
          <a:endParaRPr lang="en-US"/>
        </a:p>
      </dgm:t>
    </dgm:pt>
    <dgm:pt modelId="{3C7F1872-7437-4BA4-8F5B-3E2F11FD3A1E}" type="sibTrans" cxnId="{A09804B8-9CCC-449E-B419-E493B94157F6}">
      <dgm:prSet/>
      <dgm:spPr/>
      <dgm:t>
        <a:bodyPr/>
        <a:lstStyle/>
        <a:p>
          <a:endParaRPr lang="en-US"/>
        </a:p>
      </dgm:t>
    </dgm:pt>
    <dgm:pt modelId="{AC1D85E4-8220-47E5-928D-A566304BDE0C}">
      <dgm:prSet/>
      <dgm:spPr/>
      <dgm:t>
        <a:bodyPr/>
        <a:lstStyle/>
        <a:p>
          <a:r>
            <a:rPr lang="it-IT"/>
            <a:t>Sistema multi-agent</a:t>
          </a:r>
          <a:endParaRPr lang="en-US"/>
        </a:p>
      </dgm:t>
    </dgm:pt>
    <dgm:pt modelId="{B01CE878-247A-4057-B5CB-E18B97B93696}" type="parTrans" cxnId="{0839D65F-9A0F-4D15-9A7C-4AAF285C01B8}">
      <dgm:prSet/>
      <dgm:spPr/>
      <dgm:t>
        <a:bodyPr/>
        <a:lstStyle/>
        <a:p>
          <a:endParaRPr lang="en-US"/>
        </a:p>
      </dgm:t>
    </dgm:pt>
    <dgm:pt modelId="{F34EDB41-E1F1-4F46-AAAA-78A5A972471F}" type="sibTrans" cxnId="{0839D65F-9A0F-4D15-9A7C-4AAF285C01B8}">
      <dgm:prSet/>
      <dgm:spPr/>
      <dgm:t>
        <a:bodyPr/>
        <a:lstStyle/>
        <a:p>
          <a:endParaRPr lang="en-US"/>
        </a:p>
      </dgm:t>
    </dgm:pt>
    <dgm:pt modelId="{4FB7862D-3D9A-418E-B826-FFC89AB7D8FE}">
      <dgm:prSet/>
      <dgm:spPr/>
      <dgm:t>
        <a:bodyPr/>
        <a:lstStyle/>
        <a:p>
          <a:r>
            <a:rPr lang="it-IT"/>
            <a:t>Separazione delle responsabilità</a:t>
          </a:r>
          <a:endParaRPr lang="en-US"/>
        </a:p>
      </dgm:t>
    </dgm:pt>
    <dgm:pt modelId="{A33C91A9-CF7D-4D2A-8296-4F8D8630732A}" type="parTrans" cxnId="{474AA488-D0BC-4ACF-9066-3D7D4191A8E2}">
      <dgm:prSet/>
      <dgm:spPr/>
      <dgm:t>
        <a:bodyPr/>
        <a:lstStyle/>
        <a:p>
          <a:endParaRPr lang="en-US"/>
        </a:p>
      </dgm:t>
    </dgm:pt>
    <dgm:pt modelId="{A506C362-4EFF-4815-A479-DAC5F95B2445}" type="sibTrans" cxnId="{474AA488-D0BC-4ACF-9066-3D7D4191A8E2}">
      <dgm:prSet/>
      <dgm:spPr/>
      <dgm:t>
        <a:bodyPr/>
        <a:lstStyle/>
        <a:p>
          <a:endParaRPr lang="en-US"/>
        </a:p>
      </dgm:t>
    </dgm:pt>
    <dgm:pt modelId="{8EEDF147-6C05-445E-89D8-60B405869819}">
      <dgm:prSet/>
      <dgm:spPr/>
      <dgm:t>
        <a:bodyPr/>
        <a:lstStyle/>
        <a:p>
          <a:r>
            <a:rPr lang="it-IT"/>
            <a:t>Componenti disaccoppiati</a:t>
          </a:r>
          <a:endParaRPr lang="en-US"/>
        </a:p>
      </dgm:t>
    </dgm:pt>
    <dgm:pt modelId="{E926FC32-6940-4D2C-90EC-3F929B6B92C9}" type="parTrans" cxnId="{445F56A5-B1D1-454A-8838-F323C1279745}">
      <dgm:prSet/>
      <dgm:spPr/>
      <dgm:t>
        <a:bodyPr/>
        <a:lstStyle/>
        <a:p>
          <a:endParaRPr lang="en-US"/>
        </a:p>
      </dgm:t>
    </dgm:pt>
    <dgm:pt modelId="{B0FD5D1C-5E41-47FB-AD70-72BA65E926AB}" type="sibTrans" cxnId="{445F56A5-B1D1-454A-8838-F323C1279745}">
      <dgm:prSet/>
      <dgm:spPr/>
      <dgm:t>
        <a:bodyPr/>
        <a:lstStyle/>
        <a:p>
          <a:endParaRPr lang="en-US"/>
        </a:p>
      </dgm:t>
    </dgm:pt>
    <dgm:pt modelId="{3623F4D8-0406-4B59-B2E0-A282A5A53C67}" type="pres">
      <dgm:prSet presAssocID="{BDC9E091-7CFC-4FCF-B3D8-64A532B0F1E3}" presName="matrix" presStyleCnt="0">
        <dgm:presLayoutVars>
          <dgm:chMax val="1"/>
          <dgm:dir/>
          <dgm:resizeHandles val="exact"/>
        </dgm:presLayoutVars>
      </dgm:prSet>
      <dgm:spPr/>
    </dgm:pt>
    <dgm:pt modelId="{5F34FD5F-AA63-466C-99E0-3FB76F3C9799}" type="pres">
      <dgm:prSet presAssocID="{BDC9E091-7CFC-4FCF-B3D8-64A532B0F1E3}" presName="diamond" presStyleLbl="bgShp" presStyleIdx="0" presStyleCnt="1"/>
      <dgm:spPr/>
    </dgm:pt>
    <dgm:pt modelId="{59692F07-259A-47AE-BECA-96C371540B41}" type="pres">
      <dgm:prSet presAssocID="{BDC9E091-7CFC-4FCF-B3D8-64A532B0F1E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02A78D9-2B3F-4633-8B3C-C8074A1764D4}" type="pres">
      <dgm:prSet presAssocID="{BDC9E091-7CFC-4FCF-B3D8-64A532B0F1E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99CC337-4F66-46E3-802D-3BE4B7B0188A}" type="pres">
      <dgm:prSet presAssocID="{BDC9E091-7CFC-4FCF-B3D8-64A532B0F1E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04FFC9-FF1E-4179-BDBB-88FE6A38C06B}" type="pres">
      <dgm:prSet presAssocID="{BDC9E091-7CFC-4FCF-B3D8-64A532B0F1E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D509E14-DEF5-4882-B25D-271D885152D2}" type="presOf" srcId="{4FB7862D-3D9A-418E-B826-FFC89AB7D8FE}" destId="{999CC337-4F66-46E3-802D-3BE4B7B0188A}" srcOrd="0" destOrd="0" presId="urn:microsoft.com/office/officeart/2005/8/layout/matrix3"/>
    <dgm:cxn modelId="{E3CE9121-1C00-4BE0-AA00-0E50019EF0ED}" type="presOf" srcId="{8EEDF147-6C05-445E-89D8-60B405869819}" destId="{7404FFC9-FF1E-4179-BDBB-88FE6A38C06B}" srcOrd="0" destOrd="0" presId="urn:microsoft.com/office/officeart/2005/8/layout/matrix3"/>
    <dgm:cxn modelId="{0839D65F-9A0F-4D15-9A7C-4AAF285C01B8}" srcId="{BDC9E091-7CFC-4FCF-B3D8-64A532B0F1E3}" destId="{AC1D85E4-8220-47E5-928D-A566304BDE0C}" srcOrd="1" destOrd="0" parTransId="{B01CE878-247A-4057-B5CB-E18B97B93696}" sibTransId="{F34EDB41-E1F1-4F46-AAAA-78A5A972471F}"/>
    <dgm:cxn modelId="{5205494C-9B5E-41BE-A3D2-147F3C6BB685}" type="presOf" srcId="{AC1D85E4-8220-47E5-928D-A566304BDE0C}" destId="{002A78D9-2B3F-4633-8B3C-C8074A1764D4}" srcOrd="0" destOrd="0" presId="urn:microsoft.com/office/officeart/2005/8/layout/matrix3"/>
    <dgm:cxn modelId="{A6940677-DEAD-486E-BC3A-E3EDF96BBE7F}" type="presOf" srcId="{BDC9E091-7CFC-4FCF-B3D8-64A532B0F1E3}" destId="{3623F4D8-0406-4B59-B2E0-A282A5A53C67}" srcOrd="0" destOrd="0" presId="urn:microsoft.com/office/officeart/2005/8/layout/matrix3"/>
    <dgm:cxn modelId="{A2A87188-C39E-409E-A164-2C6F20DB7632}" type="presOf" srcId="{7B40DA15-3BD5-4391-8667-B15F4FFAE19A}" destId="{59692F07-259A-47AE-BECA-96C371540B41}" srcOrd="0" destOrd="0" presId="urn:microsoft.com/office/officeart/2005/8/layout/matrix3"/>
    <dgm:cxn modelId="{474AA488-D0BC-4ACF-9066-3D7D4191A8E2}" srcId="{BDC9E091-7CFC-4FCF-B3D8-64A532B0F1E3}" destId="{4FB7862D-3D9A-418E-B826-FFC89AB7D8FE}" srcOrd="2" destOrd="0" parTransId="{A33C91A9-CF7D-4D2A-8296-4F8D8630732A}" sibTransId="{A506C362-4EFF-4815-A479-DAC5F95B2445}"/>
    <dgm:cxn modelId="{445F56A5-B1D1-454A-8838-F323C1279745}" srcId="{BDC9E091-7CFC-4FCF-B3D8-64A532B0F1E3}" destId="{8EEDF147-6C05-445E-89D8-60B405869819}" srcOrd="3" destOrd="0" parTransId="{E926FC32-6940-4D2C-90EC-3F929B6B92C9}" sibTransId="{B0FD5D1C-5E41-47FB-AD70-72BA65E926AB}"/>
    <dgm:cxn modelId="{A09804B8-9CCC-449E-B419-E493B94157F6}" srcId="{BDC9E091-7CFC-4FCF-B3D8-64A532B0F1E3}" destId="{7B40DA15-3BD5-4391-8667-B15F4FFAE19A}" srcOrd="0" destOrd="0" parTransId="{7EA74C5A-E5EC-44D4-952C-3630706668F5}" sibTransId="{3C7F1872-7437-4BA4-8F5B-3E2F11FD3A1E}"/>
    <dgm:cxn modelId="{08BA5A81-8F20-46F8-8CD8-E6354C1CB6A5}" type="presParOf" srcId="{3623F4D8-0406-4B59-B2E0-A282A5A53C67}" destId="{5F34FD5F-AA63-466C-99E0-3FB76F3C9799}" srcOrd="0" destOrd="0" presId="urn:microsoft.com/office/officeart/2005/8/layout/matrix3"/>
    <dgm:cxn modelId="{076F35E4-7060-4B82-9C8D-4D67B6A18E9F}" type="presParOf" srcId="{3623F4D8-0406-4B59-B2E0-A282A5A53C67}" destId="{59692F07-259A-47AE-BECA-96C371540B41}" srcOrd="1" destOrd="0" presId="urn:microsoft.com/office/officeart/2005/8/layout/matrix3"/>
    <dgm:cxn modelId="{F973450F-8505-4E7F-B396-6BC907936CD5}" type="presParOf" srcId="{3623F4D8-0406-4B59-B2E0-A282A5A53C67}" destId="{002A78D9-2B3F-4633-8B3C-C8074A1764D4}" srcOrd="2" destOrd="0" presId="urn:microsoft.com/office/officeart/2005/8/layout/matrix3"/>
    <dgm:cxn modelId="{7AF6327B-3180-4391-AEE2-2CAF3E8D68E4}" type="presParOf" srcId="{3623F4D8-0406-4B59-B2E0-A282A5A53C67}" destId="{999CC337-4F66-46E3-802D-3BE4B7B0188A}" srcOrd="3" destOrd="0" presId="urn:microsoft.com/office/officeart/2005/8/layout/matrix3"/>
    <dgm:cxn modelId="{6DBD1A3B-64A1-42C2-91D2-492C62A03898}" type="presParOf" srcId="{3623F4D8-0406-4B59-B2E0-A282A5A53C67}" destId="{7404FFC9-FF1E-4179-BDBB-88FE6A38C06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22DBC8-A3C9-4533-A17D-E92CDFF5F7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B3B400-6D64-415A-B780-33A465ED1C2E}">
      <dgm:prSet/>
      <dgm:spPr/>
      <dgm:t>
        <a:bodyPr/>
        <a:lstStyle/>
        <a:p>
          <a:r>
            <a:rPr lang="it-IT" dirty="0"/>
            <a:t>Modalità Live con dati in tempo reale</a:t>
          </a:r>
          <a:endParaRPr lang="en-US" dirty="0"/>
        </a:p>
      </dgm:t>
    </dgm:pt>
    <dgm:pt modelId="{F3EF54D0-D25F-46E9-B052-F5EE323CC143}" type="parTrans" cxnId="{B9628DC3-C1BD-4464-B5DF-F6765DE74130}">
      <dgm:prSet/>
      <dgm:spPr/>
      <dgm:t>
        <a:bodyPr/>
        <a:lstStyle/>
        <a:p>
          <a:endParaRPr lang="en-US"/>
        </a:p>
      </dgm:t>
    </dgm:pt>
    <dgm:pt modelId="{FBEB12A8-0D0D-4227-BB7D-8DAB142AB6BF}" type="sibTrans" cxnId="{B9628DC3-C1BD-4464-B5DF-F6765DE74130}">
      <dgm:prSet/>
      <dgm:spPr/>
      <dgm:t>
        <a:bodyPr/>
        <a:lstStyle/>
        <a:p>
          <a:endParaRPr lang="en-US"/>
        </a:p>
      </dgm:t>
    </dgm:pt>
    <dgm:pt modelId="{ED7C00F1-DB31-442B-BBA8-8302184C0250}">
      <dgm:prSet/>
      <dgm:spPr/>
      <dgm:t>
        <a:bodyPr/>
        <a:lstStyle/>
        <a:p>
          <a:r>
            <a:rPr lang="it-IT"/>
            <a:t>Modalità Demo con test case predefiniti</a:t>
          </a:r>
          <a:endParaRPr lang="en-US"/>
        </a:p>
      </dgm:t>
    </dgm:pt>
    <dgm:pt modelId="{8585B33C-B72A-4A51-9D9C-504628A3C5F0}" type="parTrans" cxnId="{9E9D9501-D9DC-480A-A722-4F033886D326}">
      <dgm:prSet/>
      <dgm:spPr/>
      <dgm:t>
        <a:bodyPr/>
        <a:lstStyle/>
        <a:p>
          <a:endParaRPr lang="en-US"/>
        </a:p>
      </dgm:t>
    </dgm:pt>
    <dgm:pt modelId="{FA8B30F9-9794-415E-A7A1-373864D208B0}" type="sibTrans" cxnId="{9E9D9501-D9DC-480A-A722-4F033886D326}">
      <dgm:prSet/>
      <dgm:spPr/>
      <dgm:t>
        <a:bodyPr/>
        <a:lstStyle/>
        <a:p>
          <a:endParaRPr lang="en-US"/>
        </a:p>
      </dgm:t>
    </dgm:pt>
    <dgm:pt modelId="{5DE6BF6F-8BBE-488F-B62E-8C9F10D1F87D}">
      <dgm:prSet/>
      <dgm:spPr/>
      <dgm:t>
        <a:bodyPr/>
        <a:lstStyle/>
        <a:p>
          <a:r>
            <a:rPr lang="it-IT"/>
            <a:t>Cambio dinamico della strategia decisionale</a:t>
          </a:r>
          <a:endParaRPr lang="en-US"/>
        </a:p>
      </dgm:t>
    </dgm:pt>
    <dgm:pt modelId="{96F42958-DA1B-4ACF-978C-5DC1F71915B8}" type="parTrans" cxnId="{89C8C542-5EC3-4908-BE80-59ED162BE586}">
      <dgm:prSet/>
      <dgm:spPr/>
      <dgm:t>
        <a:bodyPr/>
        <a:lstStyle/>
        <a:p>
          <a:endParaRPr lang="en-US"/>
        </a:p>
      </dgm:t>
    </dgm:pt>
    <dgm:pt modelId="{C34C2EBE-9C5F-47A5-A2E7-CB2FC51FD2EE}" type="sibTrans" cxnId="{89C8C542-5EC3-4908-BE80-59ED162BE586}">
      <dgm:prSet/>
      <dgm:spPr/>
      <dgm:t>
        <a:bodyPr/>
        <a:lstStyle/>
        <a:p>
          <a:endParaRPr lang="en-US"/>
        </a:p>
      </dgm:t>
    </dgm:pt>
    <dgm:pt modelId="{9BCA8F08-34CE-4480-A535-334255CF61A3}">
      <dgm:prSet/>
      <dgm:spPr/>
      <dgm:t>
        <a:bodyPr/>
        <a:lstStyle/>
        <a:p>
          <a:r>
            <a:rPr lang="it-IT"/>
            <a:t>Aggiornamento in tempo reale della dashboard</a:t>
          </a:r>
          <a:endParaRPr lang="en-US"/>
        </a:p>
      </dgm:t>
    </dgm:pt>
    <dgm:pt modelId="{628F7553-6FE5-453E-B490-D34BB29B3DD2}" type="parTrans" cxnId="{F4DF8760-5EA0-4AEF-906B-47CAA7119062}">
      <dgm:prSet/>
      <dgm:spPr/>
      <dgm:t>
        <a:bodyPr/>
        <a:lstStyle/>
        <a:p>
          <a:endParaRPr lang="en-US"/>
        </a:p>
      </dgm:t>
    </dgm:pt>
    <dgm:pt modelId="{E02D9C90-544E-4B3B-9218-520CEBD23726}" type="sibTrans" cxnId="{F4DF8760-5EA0-4AEF-906B-47CAA7119062}">
      <dgm:prSet/>
      <dgm:spPr/>
      <dgm:t>
        <a:bodyPr/>
        <a:lstStyle/>
        <a:p>
          <a:endParaRPr lang="en-US"/>
        </a:p>
      </dgm:t>
    </dgm:pt>
    <dgm:pt modelId="{69033FD0-79AA-4543-9435-C171F898EC6E}" type="pres">
      <dgm:prSet presAssocID="{7122DBC8-A3C9-4533-A17D-E92CDFF5F7F8}" presName="root" presStyleCnt="0">
        <dgm:presLayoutVars>
          <dgm:dir/>
          <dgm:resizeHandles val="exact"/>
        </dgm:presLayoutVars>
      </dgm:prSet>
      <dgm:spPr/>
    </dgm:pt>
    <dgm:pt modelId="{692678D8-3679-4335-91FD-091B4A1E384E}" type="pres">
      <dgm:prSet presAssocID="{77B3B400-6D64-415A-B780-33A465ED1C2E}" presName="compNode" presStyleCnt="0"/>
      <dgm:spPr/>
    </dgm:pt>
    <dgm:pt modelId="{A843C771-0190-4347-990E-3A1E5C871CD3}" type="pres">
      <dgm:prSet presAssocID="{77B3B400-6D64-415A-B780-33A465ED1C2E}" presName="bgRect" presStyleLbl="bgShp" presStyleIdx="0" presStyleCnt="4"/>
      <dgm:spPr/>
    </dgm:pt>
    <dgm:pt modelId="{24B1F0A9-CD62-4E4A-BD59-730C3D3B073A}" type="pres">
      <dgm:prSet presAssocID="{77B3B400-6D64-415A-B780-33A465ED1C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128ED4B-6BE8-45C0-9E0D-1630A2FBBFA4}" type="pres">
      <dgm:prSet presAssocID="{77B3B400-6D64-415A-B780-33A465ED1C2E}" presName="spaceRect" presStyleCnt="0"/>
      <dgm:spPr/>
    </dgm:pt>
    <dgm:pt modelId="{30C045C1-941E-453C-BC80-6D1C2414F52C}" type="pres">
      <dgm:prSet presAssocID="{77B3B400-6D64-415A-B780-33A465ED1C2E}" presName="parTx" presStyleLbl="revTx" presStyleIdx="0" presStyleCnt="4">
        <dgm:presLayoutVars>
          <dgm:chMax val="0"/>
          <dgm:chPref val="0"/>
        </dgm:presLayoutVars>
      </dgm:prSet>
      <dgm:spPr/>
    </dgm:pt>
    <dgm:pt modelId="{2F43B869-8136-4E43-AFB3-D23FCD99F35E}" type="pres">
      <dgm:prSet presAssocID="{FBEB12A8-0D0D-4227-BB7D-8DAB142AB6BF}" presName="sibTrans" presStyleCnt="0"/>
      <dgm:spPr/>
    </dgm:pt>
    <dgm:pt modelId="{F81B088C-979C-47F8-86BA-2CB8564044BF}" type="pres">
      <dgm:prSet presAssocID="{ED7C00F1-DB31-442B-BBA8-8302184C0250}" presName="compNode" presStyleCnt="0"/>
      <dgm:spPr/>
    </dgm:pt>
    <dgm:pt modelId="{FBF64045-6E7A-47BD-A100-B695C54F1B30}" type="pres">
      <dgm:prSet presAssocID="{ED7C00F1-DB31-442B-BBA8-8302184C0250}" presName="bgRect" presStyleLbl="bgShp" presStyleIdx="1" presStyleCnt="4"/>
      <dgm:spPr/>
    </dgm:pt>
    <dgm:pt modelId="{58AF0D5F-F725-49C8-B88F-54BDE80E9D12}" type="pres">
      <dgm:prSet presAssocID="{ED7C00F1-DB31-442B-BBA8-8302184C02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12ABB5A-F735-453B-8EA9-E884FFBE605D}" type="pres">
      <dgm:prSet presAssocID="{ED7C00F1-DB31-442B-BBA8-8302184C0250}" presName="spaceRect" presStyleCnt="0"/>
      <dgm:spPr/>
    </dgm:pt>
    <dgm:pt modelId="{FD662739-7F13-4DDA-884E-297B204FC89E}" type="pres">
      <dgm:prSet presAssocID="{ED7C00F1-DB31-442B-BBA8-8302184C0250}" presName="parTx" presStyleLbl="revTx" presStyleIdx="1" presStyleCnt="4">
        <dgm:presLayoutVars>
          <dgm:chMax val="0"/>
          <dgm:chPref val="0"/>
        </dgm:presLayoutVars>
      </dgm:prSet>
      <dgm:spPr/>
    </dgm:pt>
    <dgm:pt modelId="{B73A3406-A39B-4027-A26E-A561B7598833}" type="pres">
      <dgm:prSet presAssocID="{FA8B30F9-9794-415E-A7A1-373864D208B0}" presName="sibTrans" presStyleCnt="0"/>
      <dgm:spPr/>
    </dgm:pt>
    <dgm:pt modelId="{0662A89E-7E4E-4424-AB08-8FE413E8E26F}" type="pres">
      <dgm:prSet presAssocID="{5DE6BF6F-8BBE-488F-B62E-8C9F10D1F87D}" presName="compNode" presStyleCnt="0"/>
      <dgm:spPr/>
    </dgm:pt>
    <dgm:pt modelId="{58DC9C60-0679-4A7C-9F19-BAE26CD9CA60}" type="pres">
      <dgm:prSet presAssocID="{5DE6BF6F-8BBE-488F-B62E-8C9F10D1F87D}" presName="bgRect" presStyleLbl="bgShp" presStyleIdx="2" presStyleCnt="4"/>
      <dgm:spPr/>
    </dgm:pt>
    <dgm:pt modelId="{293E7B3B-F1E1-4949-8B25-9A344B8F5A2D}" type="pres">
      <dgm:prSet presAssocID="{5DE6BF6F-8BBE-488F-B62E-8C9F10D1F8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E09B0EB7-2FF7-428F-AE54-BCFF3F07EFBD}" type="pres">
      <dgm:prSet presAssocID="{5DE6BF6F-8BBE-488F-B62E-8C9F10D1F87D}" presName="spaceRect" presStyleCnt="0"/>
      <dgm:spPr/>
    </dgm:pt>
    <dgm:pt modelId="{AAB96908-B0F3-4AF4-B6EB-3E299A1AE681}" type="pres">
      <dgm:prSet presAssocID="{5DE6BF6F-8BBE-488F-B62E-8C9F10D1F87D}" presName="parTx" presStyleLbl="revTx" presStyleIdx="2" presStyleCnt="4">
        <dgm:presLayoutVars>
          <dgm:chMax val="0"/>
          <dgm:chPref val="0"/>
        </dgm:presLayoutVars>
      </dgm:prSet>
      <dgm:spPr/>
    </dgm:pt>
    <dgm:pt modelId="{8F7610A7-2754-451C-A34F-188139837ACF}" type="pres">
      <dgm:prSet presAssocID="{C34C2EBE-9C5F-47A5-A2E7-CB2FC51FD2EE}" presName="sibTrans" presStyleCnt="0"/>
      <dgm:spPr/>
    </dgm:pt>
    <dgm:pt modelId="{24BA3AE6-0627-4CD8-87CB-02B07B040B3B}" type="pres">
      <dgm:prSet presAssocID="{9BCA8F08-34CE-4480-A535-334255CF61A3}" presName="compNode" presStyleCnt="0"/>
      <dgm:spPr/>
    </dgm:pt>
    <dgm:pt modelId="{211FB349-1501-40BD-BCCC-16255EC3A3CB}" type="pres">
      <dgm:prSet presAssocID="{9BCA8F08-34CE-4480-A535-334255CF61A3}" presName="bgRect" presStyleLbl="bgShp" presStyleIdx="3" presStyleCnt="4"/>
      <dgm:spPr/>
    </dgm:pt>
    <dgm:pt modelId="{97CE2957-02C9-4154-97D2-F81118C72300}" type="pres">
      <dgm:prSet presAssocID="{9BCA8F08-34CE-4480-A535-334255CF61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suratore"/>
        </a:ext>
      </dgm:extLst>
    </dgm:pt>
    <dgm:pt modelId="{A16C5EC8-4302-4DA0-A26A-B4D1830F6090}" type="pres">
      <dgm:prSet presAssocID="{9BCA8F08-34CE-4480-A535-334255CF61A3}" presName="spaceRect" presStyleCnt="0"/>
      <dgm:spPr/>
    </dgm:pt>
    <dgm:pt modelId="{453D0C37-16B1-4602-BBCF-64B2C189A40B}" type="pres">
      <dgm:prSet presAssocID="{9BCA8F08-34CE-4480-A535-334255CF61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E9D9501-D9DC-480A-A722-4F033886D326}" srcId="{7122DBC8-A3C9-4533-A17D-E92CDFF5F7F8}" destId="{ED7C00F1-DB31-442B-BBA8-8302184C0250}" srcOrd="1" destOrd="0" parTransId="{8585B33C-B72A-4A51-9D9C-504628A3C5F0}" sibTransId="{FA8B30F9-9794-415E-A7A1-373864D208B0}"/>
    <dgm:cxn modelId="{F4DF8760-5EA0-4AEF-906B-47CAA7119062}" srcId="{7122DBC8-A3C9-4533-A17D-E92CDFF5F7F8}" destId="{9BCA8F08-34CE-4480-A535-334255CF61A3}" srcOrd="3" destOrd="0" parTransId="{628F7553-6FE5-453E-B490-D34BB29B3DD2}" sibTransId="{E02D9C90-544E-4B3B-9218-520CEBD23726}"/>
    <dgm:cxn modelId="{89C8C542-5EC3-4908-BE80-59ED162BE586}" srcId="{7122DBC8-A3C9-4533-A17D-E92CDFF5F7F8}" destId="{5DE6BF6F-8BBE-488F-B62E-8C9F10D1F87D}" srcOrd="2" destOrd="0" parTransId="{96F42958-DA1B-4ACF-978C-5DC1F71915B8}" sibTransId="{C34C2EBE-9C5F-47A5-A2E7-CB2FC51FD2EE}"/>
    <dgm:cxn modelId="{1853BC51-2A4B-4C05-B7E3-F673FC4A2778}" type="presOf" srcId="{7122DBC8-A3C9-4533-A17D-E92CDFF5F7F8}" destId="{69033FD0-79AA-4543-9435-C171F898EC6E}" srcOrd="0" destOrd="0" presId="urn:microsoft.com/office/officeart/2018/2/layout/IconVerticalSolidList"/>
    <dgm:cxn modelId="{0DE26873-340D-4191-967A-5A8516AE2439}" type="presOf" srcId="{9BCA8F08-34CE-4480-A535-334255CF61A3}" destId="{453D0C37-16B1-4602-BBCF-64B2C189A40B}" srcOrd="0" destOrd="0" presId="urn:microsoft.com/office/officeart/2018/2/layout/IconVerticalSolidList"/>
    <dgm:cxn modelId="{6FA08558-7EF8-4FC8-8A05-FA7A3A418AFA}" type="presOf" srcId="{5DE6BF6F-8BBE-488F-B62E-8C9F10D1F87D}" destId="{AAB96908-B0F3-4AF4-B6EB-3E299A1AE681}" srcOrd="0" destOrd="0" presId="urn:microsoft.com/office/officeart/2018/2/layout/IconVerticalSolidList"/>
    <dgm:cxn modelId="{C38B9081-9BD3-4C4F-A129-34DA258F65AB}" type="presOf" srcId="{77B3B400-6D64-415A-B780-33A465ED1C2E}" destId="{30C045C1-941E-453C-BC80-6D1C2414F52C}" srcOrd="0" destOrd="0" presId="urn:microsoft.com/office/officeart/2018/2/layout/IconVerticalSolidList"/>
    <dgm:cxn modelId="{B9628DC3-C1BD-4464-B5DF-F6765DE74130}" srcId="{7122DBC8-A3C9-4533-A17D-E92CDFF5F7F8}" destId="{77B3B400-6D64-415A-B780-33A465ED1C2E}" srcOrd="0" destOrd="0" parTransId="{F3EF54D0-D25F-46E9-B052-F5EE323CC143}" sibTransId="{FBEB12A8-0D0D-4227-BB7D-8DAB142AB6BF}"/>
    <dgm:cxn modelId="{B2BAE3F3-6345-4D57-B795-310273555B83}" type="presOf" srcId="{ED7C00F1-DB31-442B-BBA8-8302184C0250}" destId="{FD662739-7F13-4DDA-884E-297B204FC89E}" srcOrd="0" destOrd="0" presId="urn:microsoft.com/office/officeart/2018/2/layout/IconVerticalSolidList"/>
    <dgm:cxn modelId="{B12341D3-0999-4762-B539-B4B98F72BE53}" type="presParOf" srcId="{69033FD0-79AA-4543-9435-C171F898EC6E}" destId="{692678D8-3679-4335-91FD-091B4A1E384E}" srcOrd="0" destOrd="0" presId="urn:microsoft.com/office/officeart/2018/2/layout/IconVerticalSolidList"/>
    <dgm:cxn modelId="{5DA254A4-B1F6-4C9E-8B77-EC0897C23C1C}" type="presParOf" srcId="{692678D8-3679-4335-91FD-091B4A1E384E}" destId="{A843C771-0190-4347-990E-3A1E5C871CD3}" srcOrd="0" destOrd="0" presId="urn:microsoft.com/office/officeart/2018/2/layout/IconVerticalSolidList"/>
    <dgm:cxn modelId="{71B1A85D-F0FF-4FC2-8751-04C55B76566B}" type="presParOf" srcId="{692678D8-3679-4335-91FD-091B4A1E384E}" destId="{24B1F0A9-CD62-4E4A-BD59-730C3D3B073A}" srcOrd="1" destOrd="0" presId="urn:microsoft.com/office/officeart/2018/2/layout/IconVerticalSolidList"/>
    <dgm:cxn modelId="{94C7F448-1BFD-41CD-BAC5-4585DA0834FD}" type="presParOf" srcId="{692678D8-3679-4335-91FD-091B4A1E384E}" destId="{6128ED4B-6BE8-45C0-9E0D-1630A2FBBFA4}" srcOrd="2" destOrd="0" presId="urn:microsoft.com/office/officeart/2018/2/layout/IconVerticalSolidList"/>
    <dgm:cxn modelId="{2B4A238B-DE5D-456B-9E73-EFA7EB60B9A7}" type="presParOf" srcId="{692678D8-3679-4335-91FD-091B4A1E384E}" destId="{30C045C1-941E-453C-BC80-6D1C2414F52C}" srcOrd="3" destOrd="0" presId="urn:microsoft.com/office/officeart/2018/2/layout/IconVerticalSolidList"/>
    <dgm:cxn modelId="{E5FF9E92-5D41-4E68-A7D2-9719FB5561AC}" type="presParOf" srcId="{69033FD0-79AA-4543-9435-C171F898EC6E}" destId="{2F43B869-8136-4E43-AFB3-D23FCD99F35E}" srcOrd="1" destOrd="0" presId="urn:microsoft.com/office/officeart/2018/2/layout/IconVerticalSolidList"/>
    <dgm:cxn modelId="{9D7DB61D-F7CA-46D9-A3E4-7C9FB3FCC073}" type="presParOf" srcId="{69033FD0-79AA-4543-9435-C171F898EC6E}" destId="{F81B088C-979C-47F8-86BA-2CB8564044BF}" srcOrd="2" destOrd="0" presId="urn:microsoft.com/office/officeart/2018/2/layout/IconVerticalSolidList"/>
    <dgm:cxn modelId="{FF850365-AD9A-499B-8869-72159567D728}" type="presParOf" srcId="{F81B088C-979C-47F8-86BA-2CB8564044BF}" destId="{FBF64045-6E7A-47BD-A100-B695C54F1B30}" srcOrd="0" destOrd="0" presId="urn:microsoft.com/office/officeart/2018/2/layout/IconVerticalSolidList"/>
    <dgm:cxn modelId="{730D8B4C-6D9A-4B77-A21E-EBBCECEE7504}" type="presParOf" srcId="{F81B088C-979C-47F8-86BA-2CB8564044BF}" destId="{58AF0D5F-F725-49C8-B88F-54BDE80E9D12}" srcOrd="1" destOrd="0" presId="urn:microsoft.com/office/officeart/2018/2/layout/IconVerticalSolidList"/>
    <dgm:cxn modelId="{26122181-7362-4384-A996-9DABE018D521}" type="presParOf" srcId="{F81B088C-979C-47F8-86BA-2CB8564044BF}" destId="{C12ABB5A-F735-453B-8EA9-E884FFBE605D}" srcOrd="2" destOrd="0" presId="urn:microsoft.com/office/officeart/2018/2/layout/IconVerticalSolidList"/>
    <dgm:cxn modelId="{D6727F55-612F-4291-A5DF-009312A5D5FF}" type="presParOf" srcId="{F81B088C-979C-47F8-86BA-2CB8564044BF}" destId="{FD662739-7F13-4DDA-884E-297B204FC89E}" srcOrd="3" destOrd="0" presId="urn:microsoft.com/office/officeart/2018/2/layout/IconVerticalSolidList"/>
    <dgm:cxn modelId="{A07B9068-FF44-46BC-A02E-82912F82EBBA}" type="presParOf" srcId="{69033FD0-79AA-4543-9435-C171F898EC6E}" destId="{B73A3406-A39B-4027-A26E-A561B7598833}" srcOrd="3" destOrd="0" presId="urn:microsoft.com/office/officeart/2018/2/layout/IconVerticalSolidList"/>
    <dgm:cxn modelId="{C95D5E42-DED5-4D48-BE53-3462192CA346}" type="presParOf" srcId="{69033FD0-79AA-4543-9435-C171F898EC6E}" destId="{0662A89E-7E4E-4424-AB08-8FE413E8E26F}" srcOrd="4" destOrd="0" presId="urn:microsoft.com/office/officeart/2018/2/layout/IconVerticalSolidList"/>
    <dgm:cxn modelId="{81DFFDA5-723D-4741-B5B6-2F0FCD754008}" type="presParOf" srcId="{0662A89E-7E4E-4424-AB08-8FE413E8E26F}" destId="{58DC9C60-0679-4A7C-9F19-BAE26CD9CA60}" srcOrd="0" destOrd="0" presId="urn:microsoft.com/office/officeart/2018/2/layout/IconVerticalSolidList"/>
    <dgm:cxn modelId="{84B74A7D-F985-489C-AE74-7EDF30ADF2E0}" type="presParOf" srcId="{0662A89E-7E4E-4424-AB08-8FE413E8E26F}" destId="{293E7B3B-F1E1-4949-8B25-9A344B8F5A2D}" srcOrd="1" destOrd="0" presId="urn:microsoft.com/office/officeart/2018/2/layout/IconVerticalSolidList"/>
    <dgm:cxn modelId="{9B64139D-A561-4B2D-8B03-58BFEFBBD204}" type="presParOf" srcId="{0662A89E-7E4E-4424-AB08-8FE413E8E26F}" destId="{E09B0EB7-2FF7-428F-AE54-BCFF3F07EFBD}" srcOrd="2" destOrd="0" presId="urn:microsoft.com/office/officeart/2018/2/layout/IconVerticalSolidList"/>
    <dgm:cxn modelId="{0311043E-7337-472C-8D03-337CDE847213}" type="presParOf" srcId="{0662A89E-7E4E-4424-AB08-8FE413E8E26F}" destId="{AAB96908-B0F3-4AF4-B6EB-3E299A1AE681}" srcOrd="3" destOrd="0" presId="urn:microsoft.com/office/officeart/2018/2/layout/IconVerticalSolidList"/>
    <dgm:cxn modelId="{8D84814F-E3A4-4CF9-9E37-2145012F4B29}" type="presParOf" srcId="{69033FD0-79AA-4543-9435-C171F898EC6E}" destId="{8F7610A7-2754-451C-A34F-188139837ACF}" srcOrd="5" destOrd="0" presId="urn:microsoft.com/office/officeart/2018/2/layout/IconVerticalSolidList"/>
    <dgm:cxn modelId="{CC27016C-14B3-4458-8B67-D6F4B4525A0C}" type="presParOf" srcId="{69033FD0-79AA-4543-9435-C171F898EC6E}" destId="{24BA3AE6-0627-4CD8-87CB-02B07B040B3B}" srcOrd="6" destOrd="0" presId="urn:microsoft.com/office/officeart/2018/2/layout/IconVerticalSolidList"/>
    <dgm:cxn modelId="{13027405-4351-49E5-854F-964A954C351C}" type="presParOf" srcId="{24BA3AE6-0627-4CD8-87CB-02B07B040B3B}" destId="{211FB349-1501-40BD-BCCC-16255EC3A3CB}" srcOrd="0" destOrd="0" presId="urn:microsoft.com/office/officeart/2018/2/layout/IconVerticalSolidList"/>
    <dgm:cxn modelId="{3279E134-0646-431B-A103-1941F814A0A5}" type="presParOf" srcId="{24BA3AE6-0627-4CD8-87CB-02B07B040B3B}" destId="{97CE2957-02C9-4154-97D2-F81118C72300}" srcOrd="1" destOrd="0" presId="urn:microsoft.com/office/officeart/2018/2/layout/IconVerticalSolidList"/>
    <dgm:cxn modelId="{FCC5EF7E-3DF2-4BEE-B76F-F65672ED11D6}" type="presParOf" srcId="{24BA3AE6-0627-4CD8-87CB-02B07B040B3B}" destId="{A16C5EC8-4302-4DA0-A26A-B4D1830F6090}" srcOrd="2" destOrd="0" presId="urn:microsoft.com/office/officeart/2018/2/layout/IconVerticalSolidList"/>
    <dgm:cxn modelId="{EEC3D3A1-07B7-43BC-819F-AB5F2DA3935A}" type="presParOf" srcId="{24BA3AE6-0627-4CD8-87CB-02B07B040B3B}" destId="{453D0C37-16B1-4602-BBCF-64B2C189A4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C86F5F-981D-4034-B159-8835FC737F4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9548134-5B6E-45DB-B551-A7089A1F9B1A}">
      <dgm:prSet/>
      <dgm:spPr/>
      <dgm:t>
        <a:bodyPr/>
        <a:lstStyle/>
        <a:p>
          <a:r>
            <a:rPr lang="it-IT"/>
            <a:t>Sistema modulare e facilmente estendibile</a:t>
          </a:r>
          <a:endParaRPr lang="en-US"/>
        </a:p>
      </dgm:t>
    </dgm:pt>
    <dgm:pt modelId="{6E52595B-EDFA-403A-9D3E-0EFC81F653D4}" type="parTrans" cxnId="{73B4E1A1-6912-437F-A8ED-4D042091A02E}">
      <dgm:prSet/>
      <dgm:spPr/>
      <dgm:t>
        <a:bodyPr/>
        <a:lstStyle/>
        <a:p>
          <a:endParaRPr lang="en-US"/>
        </a:p>
      </dgm:t>
    </dgm:pt>
    <dgm:pt modelId="{99D5E28B-7935-424E-BB37-C2FCA4362B26}" type="sibTrans" cxnId="{73B4E1A1-6912-437F-A8ED-4D042091A02E}">
      <dgm:prSet/>
      <dgm:spPr/>
      <dgm:t>
        <a:bodyPr/>
        <a:lstStyle/>
        <a:p>
          <a:endParaRPr lang="en-US"/>
        </a:p>
      </dgm:t>
    </dgm:pt>
    <dgm:pt modelId="{0846B7FF-3A80-4EB5-A6C7-62AAB20368C8}">
      <dgm:prSet/>
      <dgm:spPr/>
      <dgm:t>
        <a:bodyPr/>
        <a:lstStyle/>
        <a:p>
          <a:r>
            <a:rPr lang="it-IT"/>
            <a:t>Architettura coerente con SAPD</a:t>
          </a:r>
          <a:endParaRPr lang="en-US"/>
        </a:p>
      </dgm:t>
    </dgm:pt>
    <dgm:pt modelId="{47D972E3-7CB5-4216-A949-42117838F777}" type="parTrans" cxnId="{BB4E3FC6-AED8-42AF-952D-5B3FDFAA92DA}">
      <dgm:prSet/>
      <dgm:spPr/>
      <dgm:t>
        <a:bodyPr/>
        <a:lstStyle/>
        <a:p>
          <a:endParaRPr lang="en-US"/>
        </a:p>
      </dgm:t>
    </dgm:pt>
    <dgm:pt modelId="{8A3BF51F-D8F1-4410-9156-75975A29CFDB}" type="sibTrans" cxnId="{BB4E3FC6-AED8-42AF-952D-5B3FDFAA92DA}">
      <dgm:prSet/>
      <dgm:spPr/>
      <dgm:t>
        <a:bodyPr/>
        <a:lstStyle/>
        <a:p>
          <a:endParaRPr lang="en-US"/>
        </a:p>
      </dgm:t>
    </dgm:pt>
    <dgm:pt modelId="{475B1EB4-D85B-4369-9FAA-A7F952153BBD}">
      <dgm:prSet/>
      <dgm:spPr/>
      <dgm:t>
        <a:bodyPr/>
        <a:lstStyle/>
        <a:p>
          <a:r>
            <a:rPr lang="it-IT"/>
            <a:t>Applicabile a contesti reali</a:t>
          </a:r>
          <a:endParaRPr lang="en-US"/>
        </a:p>
      </dgm:t>
    </dgm:pt>
    <dgm:pt modelId="{CB3BAEAD-8B22-4043-A78C-856F09302FBA}" type="parTrans" cxnId="{A8805DBC-8A8F-475F-8900-A37873A79052}">
      <dgm:prSet/>
      <dgm:spPr/>
      <dgm:t>
        <a:bodyPr/>
        <a:lstStyle/>
        <a:p>
          <a:endParaRPr lang="en-US"/>
        </a:p>
      </dgm:t>
    </dgm:pt>
    <dgm:pt modelId="{CE23CF0E-D9B3-467A-BF82-A98E9BADDB90}" type="sibTrans" cxnId="{A8805DBC-8A8F-475F-8900-A37873A79052}">
      <dgm:prSet/>
      <dgm:spPr/>
      <dgm:t>
        <a:bodyPr/>
        <a:lstStyle/>
        <a:p>
          <a:endParaRPr lang="en-US"/>
        </a:p>
      </dgm:t>
    </dgm:pt>
    <dgm:pt modelId="{FB551B3B-10A6-47F5-91E8-E94D9BE3E483}">
      <dgm:prSet/>
      <dgm:spPr/>
      <dgm:t>
        <a:bodyPr/>
        <a:lstStyle/>
        <a:p>
          <a:r>
            <a:rPr lang="it-IT"/>
            <a:t>Evoluzione futura verso AI e IoT reali</a:t>
          </a:r>
          <a:endParaRPr lang="en-US"/>
        </a:p>
      </dgm:t>
    </dgm:pt>
    <dgm:pt modelId="{4E4A2820-E83A-4F8A-B1C8-67CE6E723B32}" type="parTrans" cxnId="{A3722CCB-D90A-4A44-8864-0333E0EED0E4}">
      <dgm:prSet/>
      <dgm:spPr/>
      <dgm:t>
        <a:bodyPr/>
        <a:lstStyle/>
        <a:p>
          <a:endParaRPr lang="en-US"/>
        </a:p>
      </dgm:t>
    </dgm:pt>
    <dgm:pt modelId="{1A5AEC7A-3CC6-4878-81FF-3AA60A5A5AD2}" type="sibTrans" cxnId="{A3722CCB-D90A-4A44-8864-0333E0EED0E4}">
      <dgm:prSet/>
      <dgm:spPr/>
      <dgm:t>
        <a:bodyPr/>
        <a:lstStyle/>
        <a:p>
          <a:endParaRPr lang="en-US"/>
        </a:p>
      </dgm:t>
    </dgm:pt>
    <dgm:pt modelId="{9F436C42-F93D-4DF8-A06F-C6E8EF5ADF7A}" type="pres">
      <dgm:prSet presAssocID="{B4C86F5F-981D-4034-B159-8835FC737F4C}" presName="vert0" presStyleCnt="0">
        <dgm:presLayoutVars>
          <dgm:dir/>
          <dgm:animOne val="branch"/>
          <dgm:animLvl val="lvl"/>
        </dgm:presLayoutVars>
      </dgm:prSet>
      <dgm:spPr/>
    </dgm:pt>
    <dgm:pt modelId="{6486574C-E45F-479F-8A5C-B24C6D774DF5}" type="pres">
      <dgm:prSet presAssocID="{A9548134-5B6E-45DB-B551-A7089A1F9B1A}" presName="thickLine" presStyleLbl="alignNode1" presStyleIdx="0" presStyleCnt="4"/>
      <dgm:spPr/>
    </dgm:pt>
    <dgm:pt modelId="{BE79CA6B-D87F-4F1F-88E7-493971A087E7}" type="pres">
      <dgm:prSet presAssocID="{A9548134-5B6E-45DB-B551-A7089A1F9B1A}" presName="horz1" presStyleCnt="0"/>
      <dgm:spPr/>
    </dgm:pt>
    <dgm:pt modelId="{F3721BB4-0C44-48F5-8355-9AEDF0AEEE65}" type="pres">
      <dgm:prSet presAssocID="{A9548134-5B6E-45DB-B551-A7089A1F9B1A}" presName="tx1" presStyleLbl="revTx" presStyleIdx="0" presStyleCnt="4"/>
      <dgm:spPr/>
    </dgm:pt>
    <dgm:pt modelId="{EFDD3E80-8E1F-46D8-A7C7-4E7F2489F7C5}" type="pres">
      <dgm:prSet presAssocID="{A9548134-5B6E-45DB-B551-A7089A1F9B1A}" presName="vert1" presStyleCnt="0"/>
      <dgm:spPr/>
    </dgm:pt>
    <dgm:pt modelId="{9DD95FC6-87D6-421C-9645-FB1BF4677033}" type="pres">
      <dgm:prSet presAssocID="{0846B7FF-3A80-4EB5-A6C7-62AAB20368C8}" presName="thickLine" presStyleLbl="alignNode1" presStyleIdx="1" presStyleCnt="4"/>
      <dgm:spPr/>
    </dgm:pt>
    <dgm:pt modelId="{A63F4BB4-5FEA-4AAA-9A22-5FBED82AF395}" type="pres">
      <dgm:prSet presAssocID="{0846B7FF-3A80-4EB5-A6C7-62AAB20368C8}" presName="horz1" presStyleCnt="0"/>
      <dgm:spPr/>
    </dgm:pt>
    <dgm:pt modelId="{AF82F675-09AF-4A5B-8DFE-96C187945A07}" type="pres">
      <dgm:prSet presAssocID="{0846B7FF-3A80-4EB5-A6C7-62AAB20368C8}" presName="tx1" presStyleLbl="revTx" presStyleIdx="1" presStyleCnt="4"/>
      <dgm:spPr/>
    </dgm:pt>
    <dgm:pt modelId="{60115DBF-8119-4409-911D-F36EB391A78D}" type="pres">
      <dgm:prSet presAssocID="{0846B7FF-3A80-4EB5-A6C7-62AAB20368C8}" presName="vert1" presStyleCnt="0"/>
      <dgm:spPr/>
    </dgm:pt>
    <dgm:pt modelId="{F494D103-2E64-4C9A-9BCC-6A8BA1BF2931}" type="pres">
      <dgm:prSet presAssocID="{475B1EB4-D85B-4369-9FAA-A7F952153BBD}" presName="thickLine" presStyleLbl="alignNode1" presStyleIdx="2" presStyleCnt="4"/>
      <dgm:spPr/>
    </dgm:pt>
    <dgm:pt modelId="{A80DDD91-A447-45B2-AF94-B886939BF2B3}" type="pres">
      <dgm:prSet presAssocID="{475B1EB4-D85B-4369-9FAA-A7F952153BBD}" presName="horz1" presStyleCnt="0"/>
      <dgm:spPr/>
    </dgm:pt>
    <dgm:pt modelId="{4485D8A7-43F6-4B64-BA9B-F74E8325CB04}" type="pres">
      <dgm:prSet presAssocID="{475B1EB4-D85B-4369-9FAA-A7F952153BBD}" presName="tx1" presStyleLbl="revTx" presStyleIdx="2" presStyleCnt="4"/>
      <dgm:spPr/>
    </dgm:pt>
    <dgm:pt modelId="{6B2A3BB7-EDAB-4508-9681-9ABC9E237936}" type="pres">
      <dgm:prSet presAssocID="{475B1EB4-D85B-4369-9FAA-A7F952153BBD}" presName="vert1" presStyleCnt="0"/>
      <dgm:spPr/>
    </dgm:pt>
    <dgm:pt modelId="{63FD18E0-FB34-4267-A01F-A581BD481F9C}" type="pres">
      <dgm:prSet presAssocID="{FB551B3B-10A6-47F5-91E8-E94D9BE3E483}" presName="thickLine" presStyleLbl="alignNode1" presStyleIdx="3" presStyleCnt="4"/>
      <dgm:spPr/>
    </dgm:pt>
    <dgm:pt modelId="{E4733C52-E6A2-4E64-8691-DE0C10B96697}" type="pres">
      <dgm:prSet presAssocID="{FB551B3B-10A6-47F5-91E8-E94D9BE3E483}" presName="horz1" presStyleCnt="0"/>
      <dgm:spPr/>
    </dgm:pt>
    <dgm:pt modelId="{5601B886-7E20-4E9A-89E9-D45AEB42C9B4}" type="pres">
      <dgm:prSet presAssocID="{FB551B3B-10A6-47F5-91E8-E94D9BE3E483}" presName="tx1" presStyleLbl="revTx" presStyleIdx="3" presStyleCnt="4"/>
      <dgm:spPr/>
    </dgm:pt>
    <dgm:pt modelId="{AED40B18-1851-4B07-A184-A227490AD427}" type="pres">
      <dgm:prSet presAssocID="{FB551B3B-10A6-47F5-91E8-E94D9BE3E483}" presName="vert1" presStyleCnt="0"/>
      <dgm:spPr/>
    </dgm:pt>
  </dgm:ptLst>
  <dgm:cxnLst>
    <dgm:cxn modelId="{20117C32-D17A-4572-BD3E-67ED4E90E309}" type="presOf" srcId="{475B1EB4-D85B-4369-9FAA-A7F952153BBD}" destId="{4485D8A7-43F6-4B64-BA9B-F74E8325CB04}" srcOrd="0" destOrd="0" presId="urn:microsoft.com/office/officeart/2008/layout/LinedList"/>
    <dgm:cxn modelId="{0B3F2E92-148F-4B84-B4BB-E1634B88FD4A}" type="presOf" srcId="{FB551B3B-10A6-47F5-91E8-E94D9BE3E483}" destId="{5601B886-7E20-4E9A-89E9-D45AEB42C9B4}" srcOrd="0" destOrd="0" presId="urn:microsoft.com/office/officeart/2008/layout/LinedList"/>
    <dgm:cxn modelId="{1B9FDD9E-CB0E-42F0-AD9C-B0B95D3CBF51}" type="presOf" srcId="{B4C86F5F-981D-4034-B159-8835FC737F4C}" destId="{9F436C42-F93D-4DF8-A06F-C6E8EF5ADF7A}" srcOrd="0" destOrd="0" presId="urn:microsoft.com/office/officeart/2008/layout/LinedList"/>
    <dgm:cxn modelId="{73B4E1A1-6912-437F-A8ED-4D042091A02E}" srcId="{B4C86F5F-981D-4034-B159-8835FC737F4C}" destId="{A9548134-5B6E-45DB-B551-A7089A1F9B1A}" srcOrd="0" destOrd="0" parTransId="{6E52595B-EDFA-403A-9D3E-0EFC81F653D4}" sibTransId="{99D5E28B-7935-424E-BB37-C2FCA4362B26}"/>
    <dgm:cxn modelId="{A8805DBC-8A8F-475F-8900-A37873A79052}" srcId="{B4C86F5F-981D-4034-B159-8835FC737F4C}" destId="{475B1EB4-D85B-4369-9FAA-A7F952153BBD}" srcOrd="2" destOrd="0" parTransId="{CB3BAEAD-8B22-4043-A78C-856F09302FBA}" sibTransId="{CE23CF0E-D9B3-467A-BF82-A98E9BADDB90}"/>
    <dgm:cxn modelId="{BB4E3FC6-AED8-42AF-952D-5B3FDFAA92DA}" srcId="{B4C86F5F-981D-4034-B159-8835FC737F4C}" destId="{0846B7FF-3A80-4EB5-A6C7-62AAB20368C8}" srcOrd="1" destOrd="0" parTransId="{47D972E3-7CB5-4216-A949-42117838F777}" sibTransId="{8A3BF51F-D8F1-4410-9156-75975A29CFDB}"/>
    <dgm:cxn modelId="{A3722CCB-D90A-4A44-8864-0333E0EED0E4}" srcId="{B4C86F5F-981D-4034-B159-8835FC737F4C}" destId="{FB551B3B-10A6-47F5-91E8-E94D9BE3E483}" srcOrd="3" destOrd="0" parTransId="{4E4A2820-E83A-4F8A-B1C8-67CE6E723B32}" sibTransId="{1A5AEC7A-3CC6-4878-81FF-3AA60A5A5AD2}"/>
    <dgm:cxn modelId="{1D68B6D8-B0BB-49D8-AD56-B260CF48FE91}" type="presOf" srcId="{A9548134-5B6E-45DB-B551-A7089A1F9B1A}" destId="{F3721BB4-0C44-48F5-8355-9AEDF0AEEE65}" srcOrd="0" destOrd="0" presId="urn:microsoft.com/office/officeart/2008/layout/LinedList"/>
    <dgm:cxn modelId="{3C0432D9-44A4-4395-BA29-0E7A8CBCB2A9}" type="presOf" srcId="{0846B7FF-3A80-4EB5-A6C7-62AAB20368C8}" destId="{AF82F675-09AF-4A5B-8DFE-96C187945A07}" srcOrd="0" destOrd="0" presId="urn:microsoft.com/office/officeart/2008/layout/LinedList"/>
    <dgm:cxn modelId="{86184D33-B4CA-409C-A93A-5CE95DB65934}" type="presParOf" srcId="{9F436C42-F93D-4DF8-A06F-C6E8EF5ADF7A}" destId="{6486574C-E45F-479F-8A5C-B24C6D774DF5}" srcOrd="0" destOrd="0" presId="urn:microsoft.com/office/officeart/2008/layout/LinedList"/>
    <dgm:cxn modelId="{AC2A1152-0A2E-4DD0-B304-5F450E379261}" type="presParOf" srcId="{9F436C42-F93D-4DF8-A06F-C6E8EF5ADF7A}" destId="{BE79CA6B-D87F-4F1F-88E7-493971A087E7}" srcOrd="1" destOrd="0" presId="urn:microsoft.com/office/officeart/2008/layout/LinedList"/>
    <dgm:cxn modelId="{95CBBA65-6CF8-43CD-9BE6-528219ED44D8}" type="presParOf" srcId="{BE79CA6B-D87F-4F1F-88E7-493971A087E7}" destId="{F3721BB4-0C44-48F5-8355-9AEDF0AEEE65}" srcOrd="0" destOrd="0" presId="urn:microsoft.com/office/officeart/2008/layout/LinedList"/>
    <dgm:cxn modelId="{EB3D0D5F-2BC7-4CB7-B376-5C364D8D6E12}" type="presParOf" srcId="{BE79CA6B-D87F-4F1F-88E7-493971A087E7}" destId="{EFDD3E80-8E1F-46D8-A7C7-4E7F2489F7C5}" srcOrd="1" destOrd="0" presId="urn:microsoft.com/office/officeart/2008/layout/LinedList"/>
    <dgm:cxn modelId="{73D89ECF-C05E-4DC6-836C-5390148EF9DD}" type="presParOf" srcId="{9F436C42-F93D-4DF8-A06F-C6E8EF5ADF7A}" destId="{9DD95FC6-87D6-421C-9645-FB1BF4677033}" srcOrd="2" destOrd="0" presId="urn:microsoft.com/office/officeart/2008/layout/LinedList"/>
    <dgm:cxn modelId="{E04428B0-4B16-437C-80F1-AB0B510AEFD3}" type="presParOf" srcId="{9F436C42-F93D-4DF8-A06F-C6E8EF5ADF7A}" destId="{A63F4BB4-5FEA-4AAA-9A22-5FBED82AF395}" srcOrd="3" destOrd="0" presId="urn:microsoft.com/office/officeart/2008/layout/LinedList"/>
    <dgm:cxn modelId="{314CB85B-E0C8-4507-A653-DAA9F7C5BEF0}" type="presParOf" srcId="{A63F4BB4-5FEA-4AAA-9A22-5FBED82AF395}" destId="{AF82F675-09AF-4A5B-8DFE-96C187945A07}" srcOrd="0" destOrd="0" presId="urn:microsoft.com/office/officeart/2008/layout/LinedList"/>
    <dgm:cxn modelId="{8DE89D24-279F-48C8-A4B4-D920D6EC2D71}" type="presParOf" srcId="{A63F4BB4-5FEA-4AAA-9A22-5FBED82AF395}" destId="{60115DBF-8119-4409-911D-F36EB391A78D}" srcOrd="1" destOrd="0" presId="urn:microsoft.com/office/officeart/2008/layout/LinedList"/>
    <dgm:cxn modelId="{B2BD27E2-183C-4013-80DC-13FF7FEAC8E0}" type="presParOf" srcId="{9F436C42-F93D-4DF8-A06F-C6E8EF5ADF7A}" destId="{F494D103-2E64-4C9A-9BCC-6A8BA1BF2931}" srcOrd="4" destOrd="0" presId="urn:microsoft.com/office/officeart/2008/layout/LinedList"/>
    <dgm:cxn modelId="{9D764D42-ACA1-4581-B283-022E092B3ED3}" type="presParOf" srcId="{9F436C42-F93D-4DF8-A06F-C6E8EF5ADF7A}" destId="{A80DDD91-A447-45B2-AF94-B886939BF2B3}" srcOrd="5" destOrd="0" presId="urn:microsoft.com/office/officeart/2008/layout/LinedList"/>
    <dgm:cxn modelId="{FB91F5BC-60CC-4FFE-9794-B6CC065B90FE}" type="presParOf" srcId="{A80DDD91-A447-45B2-AF94-B886939BF2B3}" destId="{4485D8A7-43F6-4B64-BA9B-F74E8325CB04}" srcOrd="0" destOrd="0" presId="urn:microsoft.com/office/officeart/2008/layout/LinedList"/>
    <dgm:cxn modelId="{7B7FE339-DC69-4266-B1B7-07F9A6664A40}" type="presParOf" srcId="{A80DDD91-A447-45B2-AF94-B886939BF2B3}" destId="{6B2A3BB7-EDAB-4508-9681-9ABC9E237936}" srcOrd="1" destOrd="0" presId="urn:microsoft.com/office/officeart/2008/layout/LinedList"/>
    <dgm:cxn modelId="{1E1DDA6A-EF13-478B-B167-D65C77A142C8}" type="presParOf" srcId="{9F436C42-F93D-4DF8-A06F-C6E8EF5ADF7A}" destId="{63FD18E0-FB34-4267-A01F-A581BD481F9C}" srcOrd="6" destOrd="0" presId="urn:microsoft.com/office/officeart/2008/layout/LinedList"/>
    <dgm:cxn modelId="{AB560CA9-C786-4237-8872-784976ED65AC}" type="presParOf" srcId="{9F436C42-F93D-4DF8-A06F-C6E8EF5ADF7A}" destId="{E4733C52-E6A2-4E64-8691-DE0C10B96697}" srcOrd="7" destOrd="0" presId="urn:microsoft.com/office/officeart/2008/layout/LinedList"/>
    <dgm:cxn modelId="{19E8A194-518C-42D4-8BAA-AB542FA3B4E0}" type="presParOf" srcId="{E4733C52-E6A2-4E64-8691-DE0C10B96697}" destId="{5601B886-7E20-4E9A-89E9-D45AEB42C9B4}" srcOrd="0" destOrd="0" presId="urn:microsoft.com/office/officeart/2008/layout/LinedList"/>
    <dgm:cxn modelId="{976DCDA9-83E1-4015-95A7-76829621386B}" type="presParOf" srcId="{E4733C52-E6A2-4E64-8691-DE0C10B96697}" destId="{AED40B18-1851-4B07-A184-A227490AD4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1A3B9-BAC7-4B6D-846D-2F8D2FD55E05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33141-C198-4C02-B047-C2C576C7000B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B0068-977C-4E6D-AE28-D4FAA9510B3A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Gestione efficiente delle risorse agricole</a:t>
          </a:r>
          <a:endParaRPr lang="en-US" sz="2200" kern="1200"/>
        </a:p>
      </dsp:txBody>
      <dsp:txXfrm>
        <a:off x="1339618" y="2288"/>
        <a:ext cx="5024605" cy="1159843"/>
      </dsp:txXfrm>
    </dsp:sp>
    <dsp:sp modelId="{7EFF8B89-4803-4511-9E55-A6748F11785B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B2D78-A98D-40F4-BB4B-8F7983309E6B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33F33-7755-47C6-B539-8A3DACB3F2F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Riduzione degli sprechi di acqua ed energia</a:t>
          </a:r>
          <a:endParaRPr lang="en-US" sz="2200" kern="1200"/>
        </a:p>
      </dsp:txBody>
      <dsp:txXfrm>
        <a:off x="1339618" y="1452092"/>
        <a:ext cx="5024605" cy="1159843"/>
      </dsp:txXfrm>
    </dsp:sp>
    <dsp:sp modelId="{15C8E136-8718-4E4A-B348-ECA54CFF20D0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EDB4C-457B-4EB1-B96E-4A127429E3D6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0A567-7192-49CC-8616-7B3FF9FEF98B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Dati eterogenei spesso sottoutilizzati</a:t>
          </a:r>
          <a:endParaRPr lang="en-US" sz="2200" kern="1200"/>
        </a:p>
      </dsp:txBody>
      <dsp:txXfrm>
        <a:off x="1339618" y="2901896"/>
        <a:ext cx="5024605" cy="1159843"/>
      </dsp:txXfrm>
    </dsp:sp>
    <dsp:sp modelId="{0A8CB071-DCB1-4709-8893-A5430EB8AAE0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717F1-F629-4E88-BB09-7CC42F113C99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77D5C-2508-4278-B86D-0ECE86C2319F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Necessità di sistemi di supporto alle decisioni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BD103-3B8A-4C1B-9376-91CDB1909542}">
      <dsp:nvSpPr>
        <dsp:cNvPr id="0" name=""/>
        <dsp:cNvSpPr/>
      </dsp:nvSpPr>
      <dsp:spPr>
        <a:xfrm>
          <a:off x="2082045" y="433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Raccolta dati da sensori, meteo e immagini</a:t>
          </a:r>
          <a:endParaRPr lang="en-US" sz="1500" kern="1200"/>
        </a:p>
      </dsp:txBody>
      <dsp:txXfrm>
        <a:off x="2632078" y="433"/>
        <a:ext cx="1100066" cy="1815109"/>
      </dsp:txXfrm>
    </dsp:sp>
    <dsp:sp modelId="{751F92EF-21F0-44C3-9A42-AFDDD534D913}">
      <dsp:nvSpPr>
        <dsp:cNvPr id="0" name=""/>
        <dsp:cNvSpPr/>
      </dsp:nvSpPr>
      <dsp:spPr>
        <a:xfrm rot="5400000">
          <a:off x="3738462" y="1656849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Generazione di suggerimenti operativi</a:t>
          </a:r>
          <a:endParaRPr lang="en-US" sz="1500" kern="1200"/>
        </a:p>
      </dsp:txBody>
      <dsp:txXfrm rot="-5400000">
        <a:off x="4123486" y="2206882"/>
        <a:ext cx="1815109" cy="1100066"/>
      </dsp:txXfrm>
    </dsp:sp>
    <dsp:sp modelId="{156CD39D-3EE3-4B03-BD94-AA79F1A8F92A}">
      <dsp:nvSpPr>
        <dsp:cNvPr id="0" name=""/>
        <dsp:cNvSpPr/>
      </dsp:nvSpPr>
      <dsp:spPr>
        <a:xfrm rot="10800000">
          <a:off x="2082045" y="3313266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Riduzione degli sprechi di risorse</a:t>
          </a:r>
          <a:endParaRPr lang="en-US" sz="1500" kern="1200"/>
        </a:p>
      </dsp:txBody>
      <dsp:txXfrm rot="10800000">
        <a:off x="2632078" y="3698289"/>
        <a:ext cx="1100066" cy="1815109"/>
      </dsp:txXfrm>
    </dsp:sp>
    <dsp:sp modelId="{EBE0D137-B12C-4929-AAE7-471567B28D5D}">
      <dsp:nvSpPr>
        <dsp:cNvPr id="0" name=""/>
        <dsp:cNvSpPr/>
      </dsp:nvSpPr>
      <dsp:spPr>
        <a:xfrm rot="16200000">
          <a:off x="425629" y="1656849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Supporto a modelli decisionali modulari</a:t>
          </a:r>
          <a:endParaRPr lang="en-US" sz="1500" kern="1200"/>
        </a:p>
      </dsp:txBody>
      <dsp:txXfrm rot="5400000">
        <a:off x="425630" y="2206882"/>
        <a:ext cx="1815109" cy="11000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EF015-3642-439A-BA38-6982713BACFA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18951-0E39-4F70-8C37-D13F0749D99C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2D98C-8214-45A7-A0BD-9105BADEDCAB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Supporto a dispositivi eterogenei</a:t>
          </a:r>
          <a:endParaRPr lang="en-US" sz="2200" kern="1200"/>
        </a:p>
      </dsp:txBody>
      <dsp:txXfrm>
        <a:off x="1339618" y="2288"/>
        <a:ext cx="5024605" cy="1159843"/>
      </dsp:txXfrm>
    </dsp:sp>
    <dsp:sp modelId="{C6449A02-A3C6-471A-9E4B-8800FADC8F68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39E936-18FF-4946-8B97-FA97FCFDF09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8AB9F-33D7-4D3B-A557-A563FF46DF1B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Elaborazione in tempo reale</a:t>
          </a:r>
          <a:endParaRPr lang="en-US" sz="2200" kern="1200"/>
        </a:p>
      </dsp:txBody>
      <dsp:txXfrm>
        <a:off x="1339618" y="1452092"/>
        <a:ext cx="5024605" cy="1159843"/>
      </dsp:txXfrm>
    </dsp:sp>
    <dsp:sp modelId="{EA8D517F-32FF-462A-8671-2797E831BC5E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EEFD2-0630-4A0E-AF4C-D566AD927015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86AB9-2804-43A2-97E0-AAAC72085820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Sostituibilità dei modelli decisionali</a:t>
          </a:r>
          <a:endParaRPr lang="en-US" sz="2200" kern="1200"/>
        </a:p>
      </dsp:txBody>
      <dsp:txXfrm>
        <a:off x="1339618" y="2901896"/>
        <a:ext cx="5024605" cy="1159843"/>
      </dsp:txXfrm>
    </dsp:sp>
    <dsp:sp modelId="{4F58AD49-56D2-4814-B1AE-F4A3BA535CBB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F6DDB-373B-4A92-88E3-3364F440226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49C2B1-B4E9-46AF-ABDE-C7C37A2DC457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Modularità e manutenibilità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FD5F-AA63-466C-99E0-3FB76F3C9799}">
      <dsp:nvSpPr>
        <dsp:cNvPr id="0" name=""/>
        <dsp:cNvSpPr/>
      </dsp:nvSpPr>
      <dsp:spPr>
        <a:xfrm>
          <a:off x="379476" y="0"/>
          <a:ext cx="5504687" cy="550468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92F07-259A-47AE-BECA-96C371540B41}">
      <dsp:nvSpPr>
        <dsp:cNvPr id="0" name=""/>
        <dsp:cNvSpPr/>
      </dsp:nvSpPr>
      <dsp:spPr>
        <a:xfrm>
          <a:off x="902421" y="522945"/>
          <a:ext cx="2146828" cy="21468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Architettura event-driven basata su MQTT</a:t>
          </a:r>
          <a:endParaRPr lang="en-US" sz="2200" kern="1200"/>
        </a:p>
      </dsp:txBody>
      <dsp:txXfrm>
        <a:off x="1007221" y="627745"/>
        <a:ext cx="1937228" cy="1937228"/>
      </dsp:txXfrm>
    </dsp:sp>
    <dsp:sp modelId="{002A78D9-2B3F-4633-8B3C-C8074A1764D4}">
      <dsp:nvSpPr>
        <dsp:cNvPr id="0" name=""/>
        <dsp:cNvSpPr/>
      </dsp:nvSpPr>
      <dsp:spPr>
        <a:xfrm>
          <a:off x="3214390" y="522945"/>
          <a:ext cx="2146828" cy="2146828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Sistema multi-agent</a:t>
          </a:r>
          <a:endParaRPr lang="en-US" sz="2200" kern="1200"/>
        </a:p>
      </dsp:txBody>
      <dsp:txXfrm>
        <a:off x="3319190" y="627745"/>
        <a:ext cx="1937228" cy="1937228"/>
      </dsp:txXfrm>
    </dsp:sp>
    <dsp:sp modelId="{999CC337-4F66-46E3-802D-3BE4B7B0188A}">
      <dsp:nvSpPr>
        <dsp:cNvPr id="0" name=""/>
        <dsp:cNvSpPr/>
      </dsp:nvSpPr>
      <dsp:spPr>
        <a:xfrm>
          <a:off x="902421" y="2834914"/>
          <a:ext cx="2146828" cy="2146828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Separazione delle responsabilità</a:t>
          </a:r>
          <a:endParaRPr lang="en-US" sz="2200" kern="1200"/>
        </a:p>
      </dsp:txBody>
      <dsp:txXfrm>
        <a:off x="1007221" y="2939714"/>
        <a:ext cx="1937228" cy="1937228"/>
      </dsp:txXfrm>
    </dsp:sp>
    <dsp:sp modelId="{7404FFC9-FF1E-4179-BDBB-88FE6A38C06B}">
      <dsp:nvSpPr>
        <dsp:cNvPr id="0" name=""/>
        <dsp:cNvSpPr/>
      </dsp:nvSpPr>
      <dsp:spPr>
        <a:xfrm>
          <a:off x="3214390" y="2834914"/>
          <a:ext cx="2146828" cy="2146828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Componenti disaccoppiati</a:t>
          </a:r>
          <a:endParaRPr lang="en-US" sz="2200" kern="1200"/>
        </a:p>
      </dsp:txBody>
      <dsp:txXfrm>
        <a:off x="3319190" y="2939714"/>
        <a:ext cx="1937228" cy="19372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43C771-0190-4347-990E-3A1E5C871CD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1F0A9-CD62-4E4A-BD59-730C3D3B073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045C1-941E-453C-BC80-6D1C2414F52C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Modalità Live con dati in tempo reale</a:t>
          </a:r>
          <a:endParaRPr lang="en-US" sz="2200" kern="1200" dirty="0"/>
        </a:p>
      </dsp:txBody>
      <dsp:txXfrm>
        <a:off x="1339618" y="2288"/>
        <a:ext cx="5024605" cy="1159843"/>
      </dsp:txXfrm>
    </dsp:sp>
    <dsp:sp modelId="{FBF64045-6E7A-47BD-A100-B695C54F1B30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F0D5F-F725-49C8-B88F-54BDE80E9D1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62739-7F13-4DDA-884E-297B204FC89E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Modalità Demo con test case predefiniti</a:t>
          </a:r>
          <a:endParaRPr lang="en-US" sz="2200" kern="1200"/>
        </a:p>
      </dsp:txBody>
      <dsp:txXfrm>
        <a:off x="1339618" y="1452092"/>
        <a:ext cx="5024605" cy="1159843"/>
      </dsp:txXfrm>
    </dsp:sp>
    <dsp:sp modelId="{58DC9C60-0679-4A7C-9F19-BAE26CD9CA60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E7B3B-F1E1-4949-8B25-9A344B8F5A2D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96908-B0F3-4AF4-B6EB-3E299A1AE681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Cambio dinamico della strategia decisionale</a:t>
          </a:r>
          <a:endParaRPr lang="en-US" sz="2200" kern="1200"/>
        </a:p>
      </dsp:txBody>
      <dsp:txXfrm>
        <a:off x="1339618" y="2901896"/>
        <a:ext cx="5024605" cy="1159843"/>
      </dsp:txXfrm>
    </dsp:sp>
    <dsp:sp modelId="{211FB349-1501-40BD-BCCC-16255EC3A3CB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E2957-02C9-4154-97D2-F81118C7230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D0C37-16B1-4602-BBCF-64B2C189A40B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Aggiornamento in tempo reale della dashboard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6574C-E45F-479F-8A5C-B24C6D774DF5}">
      <dsp:nvSpPr>
        <dsp:cNvPr id="0" name=""/>
        <dsp:cNvSpPr/>
      </dsp:nvSpPr>
      <dsp:spPr>
        <a:xfrm>
          <a:off x="0" y="0"/>
          <a:ext cx="343890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21BB4-0C44-48F5-8355-9AEDF0AEEE65}">
      <dsp:nvSpPr>
        <dsp:cNvPr id="0" name=""/>
        <dsp:cNvSpPr/>
      </dsp:nvSpPr>
      <dsp:spPr>
        <a:xfrm>
          <a:off x="0" y="0"/>
          <a:ext cx="3438906" cy="80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Sistema modulare e facilmente estendibile</a:t>
          </a:r>
          <a:endParaRPr lang="en-US" sz="2200" kern="1200"/>
        </a:p>
      </dsp:txBody>
      <dsp:txXfrm>
        <a:off x="0" y="0"/>
        <a:ext cx="3438906" cy="801814"/>
      </dsp:txXfrm>
    </dsp:sp>
    <dsp:sp modelId="{9DD95FC6-87D6-421C-9645-FB1BF4677033}">
      <dsp:nvSpPr>
        <dsp:cNvPr id="0" name=""/>
        <dsp:cNvSpPr/>
      </dsp:nvSpPr>
      <dsp:spPr>
        <a:xfrm>
          <a:off x="0" y="801814"/>
          <a:ext cx="343890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2F675-09AF-4A5B-8DFE-96C187945A07}">
      <dsp:nvSpPr>
        <dsp:cNvPr id="0" name=""/>
        <dsp:cNvSpPr/>
      </dsp:nvSpPr>
      <dsp:spPr>
        <a:xfrm>
          <a:off x="0" y="801814"/>
          <a:ext cx="3438906" cy="80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Architettura coerente con SAPD</a:t>
          </a:r>
          <a:endParaRPr lang="en-US" sz="2200" kern="1200"/>
        </a:p>
      </dsp:txBody>
      <dsp:txXfrm>
        <a:off x="0" y="801814"/>
        <a:ext cx="3438906" cy="801814"/>
      </dsp:txXfrm>
    </dsp:sp>
    <dsp:sp modelId="{F494D103-2E64-4C9A-9BCC-6A8BA1BF2931}">
      <dsp:nvSpPr>
        <dsp:cNvPr id="0" name=""/>
        <dsp:cNvSpPr/>
      </dsp:nvSpPr>
      <dsp:spPr>
        <a:xfrm>
          <a:off x="0" y="1603629"/>
          <a:ext cx="343890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5D8A7-43F6-4B64-BA9B-F74E8325CB04}">
      <dsp:nvSpPr>
        <dsp:cNvPr id="0" name=""/>
        <dsp:cNvSpPr/>
      </dsp:nvSpPr>
      <dsp:spPr>
        <a:xfrm>
          <a:off x="0" y="1603629"/>
          <a:ext cx="3438906" cy="80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Applicabile a contesti reali</a:t>
          </a:r>
          <a:endParaRPr lang="en-US" sz="2200" kern="1200"/>
        </a:p>
      </dsp:txBody>
      <dsp:txXfrm>
        <a:off x="0" y="1603629"/>
        <a:ext cx="3438906" cy="801814"/>
      </dsp:txXfrm>
    </dsp:sp>
    <dsp:sp modelId="{63FD18E0-FB34-4267-A01F-A581BD481F9C}">
      <dsp:nvSpPr>
        <dsp:cNvPr id="0" name=""/>
        <dsp:cNvSpPr/>
      </dsp:nvSpPr>
      <dsp:spPr>
        <a:xfrm>
          <a:off x="0" y="2405443"/>
          <a:ext cx="343890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1B886-7E20-4E9A-89E9-D45AEB42C9B4}">
      <dsp:nvSpPr>
        <dsp:cNvPr id="0" name=""/>
        <dsp:cNvSpPr/>
      </dsp:nvSpPr>
      <dsp:spPr>
        <a:xfrm>
          <a:off x="0" y="2405443"/>
          <a:ext cx="3438906" cy="80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Evoluzione futura verso AI e IoT reali</a:t>
          </a:r>
          <a:endParaRPr lang="en-US" sz="2200" kern="1200"/>
        </a:p>
      </dsp:txBody>
      <dsp:txXfrm>
        <a:off x="0" y="2405443"/>
        <a:ext cx="3438906" cy="801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93C6C-AFB4-45DD-95E8-38DBCA718828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1CD69-D6FC-4F8C-A1E0-440ABA0A76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602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1CD69-D6FC-4F8C-A1E0-440ABA0A7692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6030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1FF6E-2F4C-E013-88B0-0D76F8C0F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0DA3987-08A9-88CF-1E53-E1DEF025A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20FBC9-8744-7E97-4A86-56078658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8F3D7D-3879-DEBF-B414-3287D32B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E45F31-18CC-D907-A607-B112FF41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38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F9E7DB-1DE7-6A7E-8DB2-57C045B7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A0AA0E-4A21-3488-CA9D-AA8D78B0B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C39B09-EB95-259D-24A6-EED92BF7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A6B0BB-C04C-7714-F615-E354A9AB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40A88D-20B1-130D-61D9-FC5E119A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979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C40620-56C6-FF6C-6BFB-E919385F2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34A124-2C23-9C81-D958-12ABF01A3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FD20BF-BCED-C672-059B-DCE543F7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C13564-D446-14D3-2245-1AD20D41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73AD3D-969D-B19A-7B03-43BF6D78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229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C03D6D-8E33-853B-5B76-242970630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4B2B8C-B76E-0CAF-A017-ECBED2904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379302-7BA7-CB16-A69D-BD475937E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69142BF-4175-BD5A-D394-A5992E18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A4B24B-77D0-D0A4-29D9-2140F633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C1236A-1C73-8D83-A5C0-1E7541BF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945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CFF2AC-DB3F-6B82-09B3-EB1AD5E1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E1516C-7327-0F1C-E507-62C91B34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71E454-767E-A22C-D399-DB55DE819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4E61BEF-4A25-EE0D-0A6B-399A6CEED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4AC65DA-F681-52EB-27C2-5C7DE9C14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B8CE56A-46EF-874A-629A-CF9EF70F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B96EBF6-3ACA-573D-5746-F71E7D46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0C4BE7B-5534-9047-839C-98579883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06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375E1-CCC2-C4C8-E884-97E39C70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A523D15-D3F0-1DAB-C76F-32A812E9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B90A97-D373-56F2-40A4-D8F65ED7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37C3A40-5B48-F3A8-9B2F-1F9798BF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242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C6BB2C9-7BB6-2576-C5E6-30AC9B17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C8BCCAF-D121-2B3F-D946-D498B859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22268C-20F5-639F-996D-0F5A8155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492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5CEF3F-2C5F-BFB5-309E-15316860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89F8B9-709A-C378-209E-55B78C92A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7B1E55F-387D-512A-9361-5219D7862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14A547B-A004-8157-F130-616BE8F1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FC0A496-8390-AE55-4703-A7EE6353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99D01FC-0832-AF12-F4E5-7C6E9B61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26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4CCB70-9E61-6438-DF37-AF31AE5E5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B06EFC2-7FAE-1B8A-0E24-08A80FFE71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00CCE13-C7A6-B83E-70DF-C5AA72E06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3762D9D-3494-03B3-94A5-43F6199D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9E942F-BA3A-082B-D22A-7CB79C3E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7CCADEE-B91A-F4F0-ED5A-A0E0C3A5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1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6E43FD-29CC-417C-0DE6-98B16777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B944506-85F4-139C-8CB3-BE98A1F42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AD4067-B7F5-BEB5-1D89-626C9F49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6604D-300A-98AA-C91B-955AA425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60A3AF-1FAF-D57C-7FDC-CA9C3EC5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32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D8A6922-768C-278C-88B7-AF4DE3986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24472B-D8A0-B444-1BA8-5625C1F1D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095126-8339-1BBF-5F40-EF8A2D85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D693F9-D74E-A470-56E6-3BD9222F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E35359-E8F3-ABFE-24ED-729E2730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70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CC49AFD-B8B0-4310-6C25-C22D3EA8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8391BD-C854-1ACE-6F14-47DC3099F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0BE765-9B26-3BF7-64D2-CC674A0F2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769E5-480D-4101-A99F-F9E3DA56F42E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D5E1BA-A78A-D5A6-C850-6BF708E58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2E185D-7B55-FE93-BFE1-0706A1C8B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042F0-00A5-4525-8499-E557BDC596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67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3B12401-978C-74C8-07C5-565654F18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2329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2DBE3B-5345-2F19-DF2A-F6826E100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it-IT" sz="4800"/>
              <a:t>GreenField Advisor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6F8816-BF6B-8415-A962-006EE8C4C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it-IT" sz="1400"/>
              <a:t>Sistema di supporto alle decisioni per l’agricoltura sostenibile</a:t>
            </a:r>
          </a:p>
          <a:p>
            <a:pPr algn="l"/>
            <a:r>
              <a:rPr lang="it-IT" sz="1400"/>
              <a:t>Software Architecture and Pattern Design (SAPD)</a:t>
            </a:r>
          </a:p>
          <a:p>
            <a:pPr algn="l"/>
            <a:r>
              <a:rPr lang="it-IT" sz="1400"/>
              <a:t>Salvatore Forte — Mario Eligio Bruno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36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A1E9A4D-CB91-F547-9DBF-35FE66F3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it-IT" sz="4000"/>
              <a:t>Contesto e Problema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0520A8B-CA8C-D027-79F4-3B8157A41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86792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3450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0E96AF-1BDC-B189-BAF7-4084B43B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it-IT" sz="4000"/>
              <a:t>Obiettivi del Progetto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8D003348-0616-8F23-E389-D43D1B2D6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9008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636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7EF608A-C00C-A516-2C8C-A16E1079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it-IT" sz="4000"/>
              <a:t>Requisiti del Sistema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DD88732-EFED-5A01-0BA5-47EF0779E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80199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43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A54BD6F-9681-7929-44AB-3D63CDF2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it-IT"/>
              <a:t>Visione Architetturale</a:t>
            </a:r>
          </a:p>
        </p:txBody>
      </p:sp>
      <p:graphicFrame>
        <p:nvGraphicFramePr>
          <p:cNvPr id="18" name="Segnaposto contenuto 2">
            <a:extLst>
              <a:ext uri="{FF2B5EF4-FFF2-40B4-BE49-F238E27FC236}">
                <a16:creationId xmlns:a16="http://schemas.microsoft.com/office/drawing/2014/main" id="{95A1D065-0169-C194-A16C-5E9EB5E0F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297321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30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63A309-DD9C-5E2B-E004-45FD255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Architettura del Sistema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2BAC47-879F-B517-8041-BA608F2AC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Vista di alto livello dei componenti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85ACA77-1184-51F6-8B5E-0ABF4219C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499" y="625683"/>
            <a:ext cx="6612581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0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75EFE86-0F16-53A4-BAD7-7B72CCF60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 Observer –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Comunicazione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Publish/Subscribe (MQTT)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5D435CA-63F4-C5E5-AD91-08B222DBE9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809004"/>
            <a:ext cx="7214616" cy="5212559"/>
          </a:xfrm>
          <a:prstGeom prst="rect">
            <a:avLst/>
          </a:prstGeom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6F836B87-5750-35DC-7267-FD7D1C891733}"/>
              </a:ext>
            </a:extLst>
          </p:cNvPr>
          <p:cNvSpPr txBox="1">
            <a:spLocks/>
          </p:cNvSpPr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400" i="1" dirty="0"/>
              <a:t>«Comunicazione asincrona e disaccoppiata tra produttori e consumatori di dati.»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54984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C9D0E7D-320C-EC05-0607-93AF13E52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 Strategy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0C1EB5A-EB73-8A48-8C74-4B7BF73E02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146" y="640080"/>
            <a:ext cx="5956916" cy="5550408"/>
          </a:xfrm>
          <a:prstGeom prst="rect">
            <a:avLst/>
          </a:prstGeom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5B3E1C23-D8E3-7836-8D0A-4D866E9DA986}"/>
              </a:ext>
            </a:extLst>
          </p:cNvPr>
          <p:cNvSpPr txBox="1">
            <a:spLocks/>
          </p:cNvSpPr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400" i="1" dirty="0"/>
              <a:t>«Selezione dinamica di logiche decisionali intercambiabili.»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4268599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3FF1C33-8646-04A8-F621-3658EC8C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 Chain of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Responsability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139AC060-0198-C005-66A3-A61E94E14131}"/>
              </a:ext>
            </a:extLst>
          </p:cNvPr>
          <p:cNvSpPr txBox="1">
            <a:spLocks/>
          </p:cNvSpPr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400" i="1" dirty="0"/>
              <a:t>«Pipeline modulare per la trasformazione progressiva dei dati.»</a:t>
            </a:r>
            <a:endParaRPr lang="it-IT" sz="2400" dirty="0"/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BD1099-838E-6121-9B9C-50AECE9112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055" y="640080"/>
            <a:ext cx="3949097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0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E0A37A-2355-AB56-552F-D6360DEC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it-IT" sz="3400"/>
              <a:t>Comportamento del Sistema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F6F3FF-87F5-6293-932E-3503D981A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it-IT" sz="1800"/>
              <a:t>Flusso operativo della generazione delle decisioni</a:t>
            </a:r>
          </a:p>
          <a:p>
            <a:r>
              <a:rPr lang="it-IT" sz="1800"/>
              <a:t>Modalità Live e 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9A1FA1-AEAC-52D7-2CA0-A8872B6863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147" y="625683"/>
            <a:ext cx="2761762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4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3494A7-54C9-4A61-A7D0-BE69A140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it-IT" sz="4000"/>
              <a:t>Modalità Operative e Demo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76191E1-3F82-D9C9-26B9-315BFBD1A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46567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5939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14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2062431-679C-99EA-AD58-F4C7881094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645" y="557189"/>
            <a:ext cx="8378709" cy="46292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3AF4D12-EB48-F4D1-C5A4-8F7857180D7D}"/>
              </a:ext>
            </a:extLst>
          </p:cNvPr>
          <p:cNvSpPr/>
          <p:nvPr/>
        </p:nvSpPr>
        <p:spPr>
          <a:xfrm>
            <a:off x="1905120" y="5404992"/>
            <a:ext cx="8378709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7" name="Titolo verticale 1">
            <a:extLst>
              <a:ext uri="{FF2B5EF4-FFF2-40B4-BE49-F238E27FC236}">
                <a16:creationId xmlns:a16="http://schemas.microsoft.com/office/drawing/2014/main" id="{0EB87691-1C20-306A-A9DB-8B129AEBB016}"/>
              </a:ext>
            </a:extLst>
          </p:cNvPr>
          <p:cNvSpPr txBox="1">
            <a:spLocks/>
          </p:cNvSpPr>
          <p:nvPr/>
        </p:nvSpPr>
        <p:spPr>
          <a:xfrm>
            <a:off x="152400" y="5513582"/>
            <a:ext cx="10964333" cy="9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Dashboard </a:t>
            </a:r>
            <a:r>
              <a:rPr lang="en-US" sz="3600" dirty="0" err="1"/>
              <a:t>GreenField</a:t>
            </a:r>
            <a:r>
              <a:rPr lang="en-US" sz="3600" dirty="0"/>
              <a:t> Advisor</a:t>
            </a:r>
          </a:p>
        </p:txBody>
      </p:sp>
    </p:spTree>
    <p:extLst>
      <p:ext uri="{BB962C8B-B14F-4D97-AF65-F5344CB8AC3E}">
        <p14:creationId xmlns:p14="http://schemas.microsoft.com/office/powerpoint/2010/main" val="10397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3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5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39F2976-B36F-E344-CA99-554F3F9F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it-IT" sz="3400"/>
              <a:t>Qualità del Codice e Analisi Statica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FDD5C1-9CF3-3BFF-FAFF-A24333D58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it-IT" sz="1800"/>
              <a:t>Analisi statica del codice tramite SonarCloud</a:t>
            </a:r>
          </a:p>
          <a:p>
            <a:r>
              <a:rPr lang="it-IT" sz="1800"/>
              <a:t>Superamento del Quality Gate</a:t>
            </a:r>
          </a:p>
          <a:p>
            <a:r>
              <a:rPr lang="it-IT" sz="1800"/>
              <a:t>Rating A in manutenibilità, sicurezza e affidabilità</a:t>
            </a:r>
          </a:p>
          <a:p>
            <a:r>
              <a:rPr lang="it-IT" sz="1800"/>
              <a:t>Conferma oggettiva delle scelte architetturali e dei pattern adottati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BCEB88-88E9-6030-E331-AA72AD34B4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719" y="517600"/>
            <a:ext cx="5080002" cy="27432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03388A6-E119-840B-3397-B16A8A3AB9D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6" y="3547986"/>
            <a:ext cx="5138928" cy="250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5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5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94105A2-EA85-0DBA-A292-6E83D285C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2329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4" name="Rectangle 27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86BD05-9CC0-633F-C7D9-3F48B0C20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2800"/>
              <a:t>Conclusioni e Sviluppi Futuri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1EE78DE1-F21A-8D78-A135-AD869E0DC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331648"/>
              </p:ext>
            </p:extLst>
          </p:nvPr>
        </p:nvGraphicFramePr>
        <p:xfrm>
          <a:off x="371094" y="2718054"/>
          <a:ext cx="3438906" cy="3207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864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5B9ADCDD-0010-551B-CC15-30243109E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it-IT" sz="5200">
                <a:solidFill>
                  <a:schemeClr val="tx2"/>
                </a:solidFill>
              </a:rPr>
              <a:t>Grazie per l’attenzione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798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267</Words>
  <Application>Microsoft Office PowerPoint</Application>
  <PresentationFormat>Widescreen</PresentationFormat>
  <Paragraphs>53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Tema di Office</vt:lpstr>
      <vt:lpstr>GreenField Advisor</vt:lpstr>
      <vt:lpstr>Contesto e Problema</vt:lpstr>
      <vt:lpstr>Obiettivi del Progetto</vt:lpstr>
      <vt:lpstr>Requisiti del Sistema</vt:lpstr>
      <vt:lpstr>Visione Architetturale</vt:lpstr>
      <vt:lpstr>Architettura del Sistema</vt:lpstr>
      <vt:lpstr>Pattern Observer – Comunicazione Publish/Subscribe (MQTT)</vt:lpstr>
      <vt:lpstr>Pattern Strategy</vt:lpstr>
      <vt:lpstr>Pattern Chain of Responsability</vt:lpstr>
      <vt:lpstr>Comportamento del Sistema</vt:lpstr>
      <vt:lpstr>Modalità Operative e Demo</vt:lpstr>
      <vt:lpstr>Presentazione standard di PowerPoint</vt:lpstr>
      <vt:lpstr>Qualità del Codice e Analisi Statica</vt:lpstr>
      <vt:lpstr>Conclusioni e Sviluppi Futuri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FORTE SALVATORE</dc:creator>
  <cp:lastModifiedBy>FORTE SALVATORE</cp:lastModifiedBy>
  <cp:revision>14</cp:revision>
  <dcterms:created xsi:type="dcterms:W3CDTF">2026-01-16T15:33:01Z</dcterms:created>
  <dcterms:modified xsi:type="dcterms:W3CDTF">2026-01-31T16:49:22Z</dcterms:modified>
</cp:coreProperties>
</file>